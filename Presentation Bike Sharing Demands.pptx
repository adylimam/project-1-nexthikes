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84F4E-645E-4A1C-9582-2691B97602AC}" v="243" dt="2026-10-10T15:07:58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4" autoAdjust="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yl Imam" userId="86182c98228a2042" providerId="LiveId" clId="{C0F0E972-A297-4292-8E74-FC11D0FD5484}"/>
    <pc:docChg chg="undo redo custSel addSld delSld modSld modMainMaster">
      <pc:chgData name="Adyl Imam" userId="86182c98228a2042" providerId="LiveId" clId="{C0F0E972-A297-4292-8E74-FC11D0FD5484}" dt="2026-10-10T15:32:16.391" v="5980" actId="207"/>
      <pc:docMkLst>
        <pc:docMk/>
      </pc:docMkLst>
      <pc:sldChg chg="addSp delSp modSp mod">
        <pc:chgData name="Adyl Imam" userId="86182c98228a2042" providerId="LiveId" clId="{C0F0E972-A297-4292-8E74-FC11D0FD5484}" dt="2026-10-10T15:30:46.833" v="5977" actId="207"/>
        <pc:sldMkLst>
          <pc:docMk/>
          <pc:sldMk cId="3513375916" sldId="256"/>
        </pc:sldMkLst>
        <pc:spChg chg="mod">
          <ac:chgData name="Adyl Imam" userId="86182c98228a2042" providerId="LiveId" clId="{C0F0E972-A297-4292-8E74-FC11D0FD5484}" dt="2026-10-10T15:30:36.939" v="5976" actId="207"/>
          <ac:spMkLst>
            <pc:docMk/>
            <pc:sldMk cId="3513375916" sldId="256"/>
            <ac:spMk id="2" creationId="{99503205-576E-3955-5722-E4449792286D}"/>
          </ac:spMkLst>
        </pc:spChg>
        <pc:spChg chg="mod">
          <ac:chgData name="Adyl Imam" userId="86182c98228a2042" providerId="LiveId" clId="{C0F0E972-A297-4292-8E74-FC11D0FD5484}" dt="2026-10-10T15:30:46.833" v="5977" actId="207"/>
          <ac:spMkLst>
            <pc:docMk/>
            <pc:sldMk cId="3513375916" sldId="256"/>
            <ac:spMk id="3" creationId="{A19F8E1E-3D44-B90C-11E7-41366FF4DFF5}"/>
          </ac:spMkLst>
        </pc:spChg>
        <pc:spChg chg="add del mod">
          <ac:chgData name="Adyl Imam" userId="86182c98228a2042" providerId="LiveId" clId="{C0F0E972-A297-4292-8E74-FC11D0FD5484}" dt="2026-10-10T04:29:23.824" v="1412"/>
          <ac:spMkLst>
            <pc:docMk/>
            <pc:sldMk cId="3513375916" sldId="256"/>
            <ac:spMk id="4" creationId="{7DF7E2E5-2FEE-06E3-A898-5EEC4853C331}"/>
          </ac:spMkLst>
        </pc:spChg>
        <pc:picChg chg="mod">
          <ac:chgData name="Adyl Imam" userId="86182c98228a2042" providerId="LiveId" clId="{C0F0E972-A297-4292-8E74-FC11D0FD5484}" dt="2026-10-10T12:17:34.917" v="1615" actId="14100"/>
          <ac:picMkLst>
            <pc:docMk/>
            <pc:sldMk cId="3513375916" sldId="256"/>
            <ac:picMk id="5" creationId="{5C2F4B28-A2FD-2235-57B2-96992C81D10E}"/>
          </ac:picMkLst>
        </pc:picChg>
        <pc:picChg chg="mod">
          <ac:chgData name="Adyl Imam" userId="86182c98228a2042" providerId="LiveId" clId="{C0F0E972-A297-4292-8E74-FC11D0FD5484}" dt="2026-10-10T12:16:59.876" v="1587" actId="14100"/>
          <ac:picMkLst>
            <pc:docMk/>
            <pc:sldMk cId="3513375916" sldId="256"/>
            <ac:picMk id="7" creationId="{27EAEDE7-3CB3-E30B-C6C7-57FF2FDA1739}"/>
          </ac:picMkLst>
        </pc:picChg>
        <pc:cxnChg chg="add del mod">
          <ac:chgData name="Adyl Imam" userId="86182c98228a2042" providerId="LiveId" clId="{C0F0E972-A297-4292-8E74-FC11D0FD5484}" dt="2026-10-10T12:14:31.834" v="1578" actId="11529"/>
          <ac:cxnSpMkLst>
            <pc:docMk/>
            <pc:sldMk cId="3513375916" sldId="256"/>
            <ac:cxnSpMk id="6" creationId="{F4915BB3-54CA-55C2-A649-4CD7DD515CBF}"/>
          </ac:cxnSpMkLst>
        </pc:cxnChg>
      </pc:sldChg>
      <pc:sldChg chg="del">
        <pc:chgData name="Adyl Imam" userId="86182c98228a2042" providerId="LiveId" clId="{C0F0E972-A297-4292-8E74-FC11D0FD5484}" dt="2026-10-10T03:32:04.642" v="6" actId="2696"/>
        <pc:sldMkLst>
          <pc:docMk/>
          <pc:sldMk cId="1238090155" sldId="257"/>
        </pc:sldMkLst>
      </pc:sldChg>
      <pc:sldChg chg="add del">
        <pc:chgData name="Adyl Imam" userId="86182c98228a2042" providerId="LiveId" clId="{C0F0E972-A297-4292-8E74-FC11D0FD5484}" dt="2026-10-10T03:32:23.146" v="8" actId="2696"/>
        <pc:sldMkLst>
          <pc:docMk/>
          <pc:sldMk cId="1637977774" sldId="257"/>
        </pc:sldMkLst>
      </pc:sldChg>
      <pc:sldChg chg="addSp delSp modSp new mod setBg modAnim">
        <pc:chgData name="Adyl Imam" userId="86182c98228a2042" providerId="LiveId" clId="{C0F0E972-A297-4292-8E74-FC11D0FD5484}" dt="2026-10-10T13:06:03.812" v="2681" actId="20577"/>
        <pc:sldMkLst>
          <pc:docMk/>
          <pc:sldMk cId="2930195240" sldId="257"/>
        </pc:sldMkLst>
        <pc:spChg chg="add del mod">
          <ac:chgData name="Adyl Imam" userId="86182c98228a2042" providerId="LiveId" clId="{C0F0E972-A297-4292-8E74-FC11D0FD5484}" dt="2026-10-10T03:33:51.403" v="12"/>
          <ac:spMkLst>
            <pc:docMk/>
            <pc:sldMk cId="2930195240" sldId="257"/>
            <ac:spMk id="2" creationId="{2A0674E8-9C14-E438-9786-EB377EA99250}"/>
          </ac:spMkLst>
        </pc:spChg>
        <pc:spChg chg="add del mod">
          <ac:chgData name="Adyl Imam" userId="86182c98228a2042" providerId="LiveId" clId="{C0F0E972-A297-4292-8E74-FC11D0FD5484}" dt="2026-10-10T03:33:52.630" v="15"/>
          <ac:spMkLst>
            <pc:docMk/>
            <pc:sldMk cId="2930195240" sldId="257"/>
            <ac:spMk id="3" creationId="{DC67C863-1F7F-BC5B-D5CE-6ECDF08DE566}"/>
          </ac:spMkLst>
        </pc:spChg>
        <pc:spChg chg="add del mod">
          <ac:chgData name="Adyl Imam" userId="86182c98228a2042" providerId="LiveId" clId="{C0F0E972-A297-4292-8E74-FC11D0FD5484}" dt="2026-10-10T03:33:53.944" v="18"/>
          <ac:spMkLst>
            <pc:docMk/>
            <pc:sldMk cId="2930195240" sldId="257"/>
            <ac:spMk id="4" creationId="{55801C38-A756-4D26-27B2-BF71F06E772E}"/>
          </ac:spMkLst>
        </pc:spChg>
        <pc:spChg chg="add mod">
          <ac:chgData name="Adyl Imam" userId="86182c98228a2042" providerId="LiveId" clId="{C0F0E972-A297-4292-8E74-FC11D0FD5484}" dt="2026-10-10T13:06:03.812" v="2681" actId="20577"/>
          <ac:spMkLst>
            <pc:docMk/>
            <pc:sldMk cId="2930195240" sldId="257"/>
            <ac:spMk id="5" creationId="{37ABC6C4-A683-E6B1-E3B8-49159A6A13D9}"/>
          </ac:spMkLst>
        </pc:spChg>
      </pc:sldChg>
      <pc:sldChg chg="addSp delSp modSp new add del mod modTransition">
        <pc:chgData name="Adyl Imam" userId="86182c98228a2042" providerId="LiveId" clId="{C0F0E972-A297-4292-8E74-FC11D0FD5484}" dt="2026-10-10T15:31:27.071" v="5978" actId="207"/>
        <pc:sldMkLst>
          <pc:docMk/>
          <pc:sldMk cId="1614188968" sldId="258"/>
        </pc:sldMkLst>
        <pc:spChg chg="add del mod">
          <ac:chgData name="Adyl Imam" userId="86182c98228a2042" providerId="LiveId" clId="{C0F0E972-A297-4292-8E74-FC11D0FD5484}" dt="2026-10-10T12:20:58.017" v="1691" actId="6549"/>
          <ac:spMkLst>
            <pc:docMk/>
            <pc:sldMk cId="1614188968" sldId="258"/>
            <ac:spMk id="2" creationId="{1D225B0F-7095-1FE7-1297-705F6EA0F815}"/>
          </ac:spMkLst>
        </pc:spChg>
        <pc:spChg chg="add del mod">
          <ac:chgData name="Adyl Imam" userId="86182c98228a2042" providerId="LiveId" clId="{C0F0E972-A297-4292-8E74-FC11D0FD5484}" dt="2026-10-10T04:02:29.915" v="799"/>
          <ac:spMkLst>
            <pc:docMk/>
            <pc:sldMk cId="1614188968" sldId="258"/>
            <ac:spMk id="3" creationId="{83FA62D5-9218-2B23-6D52-1A3E9241848A}"/>
          </ac:spMkLst>
        </pc:spChg>
        <pc:spChg chg="add del">
          <ac:chgData name="Adyl Imam" userId="86182c98228a2042" providerId="LiveId" clId="{C0F0E972-A297-4292-8E74-FC11D0FD5484}" dt="2026-10-10T12:20:51.485" v="1689" actId="22"/>
          <ac:spMkLst>
            <pc:docMk/>
            <pc:sldMk cId="1614188968" sldId="258"/>
            <ac:spMk id="4" creationId="{B06EF502-E2E1-EF80-9D2F-BE3B6EF5CA69}"/>
          </ac:spMkLst>
        </pc:spChg>
        <pc:spChg chg="add del">
          <ac:chgData name="Adyl Imam" userId="86182c98228a2042" providerId="LiveId" clId="{C0F0E972-A297-4292-8E74-FC11D0FD5484}" dt="2026-10-10T04:02:59.563" v="804" actId="11529"/>
          <ac:spMkLst>
            <pc:docMk/>
            <pc:sldMk cId="1614188968" sldId="258"/>
            <ac:spMk id="4" creationId="{BFCE6A52-5CFF-7711-A20F-FD28B5B8BA68}"/>
          </ac:spMkLst>
        </pc:spChg>
        <pc:spChg chg="add mod">
          <ac:chgData name="Adyl Imam" userId="86182c98228a2042" providerId="LiveId" clId="{C0F0E972-A297-4292-8E74-FC11D0FD5484}" dt="2026-10-10T14:24:27.676" v="4658" actId="108"/>
          <ac:spMkLst>
            <pc:docMk/>
            <pc:sldMk cId="1614188968" sldId="258"/>
            <ac:spMk id="5" creationId="{8D977D6D-CA37-40E2-DFC0-D4565400A62E}"/>
          </ac:spMkLst>
        </pc:spChg>
        <pc:spChg chg="add mod">
          <ac:chgData name="Adyl Imam" userId="86182c98228a2042" providerId="LiveId" clId="{C0F0E972-A297-4292-8E74-FC11D0FD5484}" dt="2026-10-10T14:24:24.363" v="4657" actId="108"/>
          <ac:spMkLst>
            <pc:docMk/>
            <pc:sldMk cId="1614188968" sldId="258"/>
            <ac:spMk id="7" creationId="{8307F874-A054-040F-BF33-CDFBDD85A1F0}"/>
          </ac:spMkLst>
        </pc:spChg>
        <pc:spChg chg="add mod">
          <ac:chgData name="Adyl Imam" userId="86182c98228a2042" providerId="LiveId" clId="{C0F0E972-A297-4292-8E74-FC11D0FD5484}" dt="2026-10-10T14:26:10.862" v="4669" actId="207"/>
          <ac:spMkLst>
            <pc:docMk/>
            <pc:sldMk cId="1614188968" sldId="258"/>
            <ac:spMk id="8" creationId="{81B52594-7ED1-7B5C-0A91-53D4EB4463A8}"/>
          </ac:spMkLst>
        </pc:spChg>
        <pc:spChg chg="add mod">
          <ac:chgData name="Adyl Imam" userId="86182c98228a2042" providerId="LiveId" clId="{C0F0E972-A297-4292-8E74-FC11D0FD5484}" dt="2026-10-10T14:24:21.531" v="4656" actId="108"/>
          <ac:spMkLst>
            <pc:docMk/>
            <pc:sldMk cId="1614188968" sldId="258"/>
            <ac:spMk id="9" creationId="{F293C886-7878-1D7C-FB1F-6D170815F991}"/>
          </ac:spMkLst>
        </pc:spChg>
        <pc:spChg chg="add mod">
          <ac:chgData name="Adyl Imam" userId="86182c98228a2042" providerId="LiveId" clId="{C0F0E972-A297-4292-8E74-FC11D0FD5484}" dt="2026-10-10T14:24:59.361" v="4660" actId="255"/>
          <ac:spMkLst>
            <pc:docMk/>
            <pc:sldMk cId="1614188968" sldId="258"/>
            <ac:spMk id="11" creationId="{E4B67006-C29C-B9E5-5382-937F4F597F1C}"/>
          </ac:spMkLst>
        </pc:spChg>
        <pc:spChg chg="add del mod">
          <ac:chgData name="Adyl Imam" userId="86182c98228a2042" providerId="LiveId" clId="{C0F0E972-A297-4292-8E74-FC11D0FD5484}" dt="2026-10-10T04:10:28.731" v="957"/>
          <ac:spMkLst>
            <pc:docMk/>
            <pc:sldMk cId="1614188968" sldId="258"/>
            <ac:spMk id="12" creationId="{123D1FB4-0872-FD6D-5A8A-AC2E5AC836ED}"/>
          </ac:spMkLst>
        </pc:spChg>
        <pc:spChg chg="add mod">
          <ac:chgData name="Adyl Imam" userId="86182c98228a2042" providerId="LiveId" clId="{C0F0E972-A297-4292-8E74-FC11D0FD5484}" dt="2026-10-10T15:31:27.071" v="5978" actId="207"/>
          <ac:spMkLst>
            <pc:docMk/>
            <pc:sldMk cId="1614188968" sldId="258"/>
            <ac:spMk id="13" creationId="{C6A01885-0465-233E-CD05-9F36CAC8C88D}"/>
          </ac:spMkLst>
        </pc:spChg>
      </pc:sldChg>
      <pc:sldChg chg="addSp modSp new mod modTransition">
        <pc:chgData name="Adyl Imam" userId="86182c98228a2042" providerId="LiveId" clId="{C0F0E972-A297-4292-8E74-FC11D0FD5484}" dt="2026-10-10T14:41:45.590" v="5123" actId="13822"/>
        <pc:sldMkLst>
          <pc:docMk/>
          <pc:sldMk cId="3599160184" sldId="259"/>
        </pc:sldMkLst>
        <pc:spChg chg="add mod">
          <ac:chgData name="Adyl Imam" userId="86182c98228a2042" providerId="LiveId" clId="{C0F0E972-A297-4292-8E74-FC11D0FD5484}" dt="2026-10-10T12:29:01.670" v="1827" actId="14100"/>
          <ac:spMkLst>
            <pc:docMk/>
            <pc:sldMk cId="3599160184" sldId="259"/>
            <ac:spMk id="2" creationId="{E17148A1-BCC8-4DE5-F67D-244B5587AEAE}"/>
          </ac:spMkLst>
        </pc:spChg>
        <pc:spChg chg="add mod">
          <ac:chgData name="Adyl Imam" userId="86182c98228a2042" providerId="LiveId" clId="{C0F0E972-A297-4292-8E74-FC11D0FD5484}" dt="2026-10-10T12:29:10.694" v="1828" actId="1076"/>
          <ac:spMkLst>
            <pc:docMk/>
            <pc:sldMk cId="3599160184" sldId="259"/>
            <ac:spMk id="3" creationId="{3D7D221A-334A-6065-32B0-73E77C84F166}"/>
          </ac:spMkLst>
        </pc:spChg>
        <pc:spChg chg="add mod">
          <ac:chgData name="Adyl Imam" userId="86182c98228a2042" providerId="LiveId" clId="{C0F0E972-A297-4292-8E74-FC11D0FD5484}" dt="2026-10-10T14:40:59.740" v="5121" actId="113"/>
          <ac:spMkLst>
            <pc:docMk/>
            <pc:sldMk cId="3599160184" sldId="259"/>
            <ac:spMk id="6" creationId="{A2552BF0-58B3-FB11-5A61-DAFC97648099}"/>
          </ac:spMkLst>
        </pc:spChg>
        <pc:spChg chg="add mod">
          <ac:chgData name="Adyl Imam" userId="86182c98228a2042" providerId="LiveId" clId="{C0F0E972-A297-4292-8E74-FC11D0FD5484}" dt="2026-10-10T14:23:30.214" v="4650" actId="207"/>
          <ac:spMkLst>
            <pc:docMk/>
            <pc:sldMk cId="3599160184" sldId="259"/>
            <ac:spMk id="8" creationId="{2D40EEA3-6931-5F4D-8745-C0EE5ECF6EAF}"/>
          </ac:spMkLst>
        </pc:spChg>
        <pc:spChg chg="add mod">
          <ac:chgData name="Adyl Imam" userId="86182c98228a2042" providerId="LiveId" clId="{C0F0E972-A297-4292-8E74-FC11D0FD5484}" dt="2026-10-10T14:41:06.856" v="5122" actId="113"/>
          <ac:spMkLst>
            <pc:docMk/>
            <pc:sldMk cId="3599160184" sldId="259"/>
            <ac:spMk id="10" creationId="{7C7762A9-6C5C-CDDA-7CC9-9A6FFBF75D85}"/>
          </ac:spMkLst>
        </pc:spChg>
        <pc:spChg chg="add mod">
          <ac:chgData name="Adyl Imam" userId="86182c98228a2042" providerId="LiveId" clId="{C0F0E972-A297-4292-8E74-FC11D0FD5484}" dt="2026-10-10T12:36:35.273" v="1992" actId="1076"/>
          <ac:spMkLst>
            <pc:docMk/>
            <pc:sldMk cId="3599160184" sldId="259"/>
            <ac:spMk id="11" creationId="{7649175B-0DD8-1C4B-C685-4A52DF609247}"/>
          </ac:spMkLst>
        </pc:spChg>
        <pc:spChg chg="add mod">
          <ac:chgData name="Adyl Imam" userId="86182c98228a2042" providerId="LiveId" clId="{C0F0E972-A297-4292-8E74-FC11D0FD5484}" dt="2026-10-10T12:41:00.730" v="2041" actId="1076"/>
          <ac:spMkLst>
            <pc:docMk/>
            <pc:sldMk cId="3599160184" sldId="259"/>
            <ac:spMk id="12" creationId="{64DBD4E6-EFCD-4AF8-7BCD-CFA11D2B848B}"/>
          </ac:spMkLst>
        </pc:spChg>
        <pc:spChg chg="add mod">
          <ac:chgData name="Adyl Imam" userId="86182c98228a2042" providerId="LiveId" clId="{C0F0E972-A297-4292-8E74-FC11D0FD5484}" dt="2026-10-10T14:41:45.590" v="5123" actId="13822"/>
          <ac:spMkLst>
            <pc:docMk/>
            <pc:sldMk cId="3599160184" sldId="259"/>
            <ac:spMk id="13" creationId="{686A014C-5F04-5E91-118C-E86EBF5B621B}"/>
          </ac:spMkLst>
        </pc:spChg>
        <pc:spChg chg="add mod">
          <ac:chgData name="Adyl Imam" userId="86182c98228a2042" providerId="LiveId" clId="{C0F0E972-A297-4292-8E74-FC11D0FD5484}" dt="2026-10-10T12:44:10.021" v="2086" actId="113"/>
          <ac:spMkLst>
            <pc:docMk/>
            <pc:sldMk cId="3599160184" sldId="259"/>
            <ac:spMk id="14" creationId="{B529D615-CC30-88F0-1E0E-6B0CAE61E2B9}"/>
          </ac:spMkLst>
        </pc:spChg>
        <pc:spChg chg="add mod">
          <ac:chgData name="Adyl Imam" userId="86182c98228a2042" providerId="LiveId" clId="{C0F0E972-A297-4292-8E74-FC11D0FD5484}" dt="2026-10-10T12:44:04.364" v="2085" actId="113"/>
          <ac:spMkLst>
            <pc:docMk/>
            <pc:sldMk cId="3599160184" sldId="259"/>
            <ac:spMk id="15" creationId="{9E5E3B5F-DDBC-B8D5-E45A-9AE628CCF2E6}"/>
          </ac:spMkLst>
        </pc:spChg>
        <pc:spChg chg="add mod">
          <ac:chgData name="Adyl Imam" userId="86182c98228a2042" providerId="LiveId" clId="{C0F0E972-A297-4292-8E74-FC11D0FD5484}" dt="2026-10-10T12:47:52.038" v="2325" actId="20577"/>
          <ac:spMkLst>
            <pc:docMk/>
            <pc:sldMk cId="3599160184" sldId="259"/>
            <ac:spMk id="16" creationId="{3DDB3688-7FAD-6080-1B9E-D578AB455118}"/>
          </ac:spMkLst>
        </pc:spChg>
        <pc:picChg chg="add mod">
          <ac:chgData name="Adyl Imam" userId="86182c98228a2042" providerId="LiveId" clId="{C0F0E972-A297-4292-8E74-FC11D0FD5484}" dt="2026-10-10T12:27:59.683" v="1818" actId="1076"/>
          <ac:picMkLst>
            <pc:docMk/>
            <pc:sldMk cId="3599160184" sldId="259"/>
            <ac:picMk id="5" creationId="{A8E0F58E-BC5B-C529-A91D-BADD760D61C1}"/>
          </ac:picMkLst>
        </pc:picChg>
      </pc:sldChg>
      <pc:sldChg chg="addSp delSp modSp new mod">
        <pc:chgData name="Adyl Imam" userId="86182c98228a2042" providerId="LiveId" clId="{C0F0E972-A297-4292-8E74-FC11D0FD5484}" dt="2026-10-10T15:31:52.956" v="5979" actId="207"/>
        <pc:sldMkLst>
          <pc:docMk/>
          <pc:sldMk cId="4293365937" sldId="260"/>
        </pc:sldMkLst>
        <pc:spChg chg="add mod">
          <ac:chgData name="Adyl Imam" userId="86182c98228a2042" providerId="LiveId" clId="{C0F0E972-A297-4292-8E74-FC11D0FD5484}" dt="2026-10-10T12:51:18.854" v="2446" actId="20577"/>
          <ac:spMkLst>
            <pc:docMk/>
            <pc:sldMk cId="4293365937" sldId="260"/>
            <ac:spMk id="3" creationId="{5960C431-196A-EEBB-38FB-04ED2C0546BA}"/>
          </ac:spMkLst>
        </pc:spChg>
        <pc:spChg chg="add del mod">
          <ac:chgData name="Adyl Imam" userId="86182c98228a2042" providerId="LiveId" clId="{C0F0E972-A297-4292-8E74-FC11D0FD5484}" dt="2026-10-10T13:03:09.394" v="2672"/>
          <ac:spMkLst>
            <pc:docMk/>
            <pc:sldMk cId="4293365937" sldId="260"/>
            <ac:spMk id="4" creationId="{6FAF8118-2458-9545-634A-AF1EA61183A3}"/>
          </ac:spMkLst>
        </pc:spChg>
        <pc:spChg chg="add del mod">
          <ac:chgData name="Adyl Imam" userId="86182c98228a2042" providerId="LiveId" clId="{C0F0E972-A297-4292-8E74-FC11D0FD5484}" dt="2026-10-10T12:54:19.225" v="2468" actId="11529"/>
          <ac:spMkLst>
            <pc:docMk/>
            <pc:sldMk cId="4293365937" sldId="260"/>
            <ac:spMk id="5" creationId="{597604E1-132A-CBD6-8D65-9DF2290AC78D}"/>
          </ac:spMkLst>
        </pc:spChg>
        <pc:spChg chg="add mod">
          <ac:chgData name="Adyl Imam" userId="86182c98228a2042" providerId="LiveId" clId="{C0F0E972-A297-4292-8E74-FC11D0FD5484}" dt="2026-10-10T15:31:52.956" v="5979" actId="207"/>
          <ac:spMkLst>
            <pc:docMk/>
            <pc:sldMk cId="4293365937" sldId="260"/>
            <ac:spMk id="6" creationId="{E8461348-FA54-02C9-5F45-8307B5EA994E}"/>
          </ac:spMkLst>
        </pc:spChg>
        <pc:graphicFrameChg chg="add mod">
          <ac:chgData name="Adyl Imam" userId="86182c98228a2042" providerId="LiveId" clId="{C0F0E972-A297-4292-8E74-FC11D0FD5484}" dt="2026-10-10T14:42:28.147" v="5126" actId="14100"/>
          <ac:graphicFrameMkLst>
            <pc:docMk/>
            <pc:sldMk cId="4293365937" sldId="260"/>
            <ac:graphicFrameMk id="2" creationId="{A447D172-4121-4A55-B74A-D3E95FFF6AC8}"/>
          </ac:graphicFrameMkLst>
        </pc:graphicFrameChg>
      </pc:sldChg>
      <pc:sldChg chg="addSp delSp modSp new mod">
        <pc:chgData name="Adyl Imam" userId="86182c98228a2042" providerId="LiveId" clId="{C0F0E972-A297-4292-8E74-FC11D0FD5484}" dt="2026-10-10T13:16:08.458" v="2930" actId="14100"/>
        <pc:sldMkLst>
          <pc:docMk/>
          <pc:sldMk cId="4061163872" sldId="261"/>
        </pc:sldMkLst>
        <pc:spChg chg="add del mod">
          <ac:chgData name="Adyl Imam" userId="86182c98228a2042" providerId="LiveId" clId="{C0F0E972-A297-4292-8E74-FC11D0FD5484}" dt="2026-10-10T13:15:55.524" v="2927"/>
          <ac:spMkLst>
            <pc:docMk/>
            <pc:sldMk cId="4061163872" sldId="261"/>
            <ac:spMk id="3" creationId="{014A67B0-8E4B-405C-816B-6EEC63DE501B}"/>
          </ac:spMkLst>
        </pc:spChg>
        <pc:spChg chg="add mod">
          <ac:chgData name="Adyl Imam" userId="86182c98228a2042" providerId="LiveId" clId="{C0F0E972-A297-4292-8E74-FC11D0FD5484}" dt="2026-10-10T13:15:20.883" v="2924" actId="14100"/>
          <ac:spMkLst>
            <pc:docMk/>
            <pc:sldMk cId="4061163872" sldId="261"/>
            <ac:spMk id="4" creationId="{150B9007-DDFD-3694-FEC5-3E418C015309}"/>
          </ac:spMkLst>
        </pc:spChg>
        <pc:graphicFrameChg chg="add mod">
          <ac:chgData name="Adyl Imam" userId="86182c98228a2042" providerId="LiveId" clId="{C0F0E972-A297-4292-8E74-FC11D0FD5484}" dt="2026-10-10T13:16:08.458" v="2930" actId="14100"/>
          <ac:graphicFrameMkLst>
            <pc:docMk/>
            <pc:sldMk cId="4061163872" sldId="261"/>
            <ac:graphicFrameMk id="2" creationId="{E1C291CF-8CFB-48AE-84CD-CB7725AD78E6}"/>
          </ac:graphicFrameMkLst>
        </pc:graphicFrameChg>
      </pc:sldChg>
      <pc:sldChg chg="addSp modSp new mod">
        <pc:chgData name="Adyl Imam" userId="86182c98228a2042" providerId="LiveId" clId="{C0F0E972-A297-4292-8E74-FC11D0FD5484}" dt="2026-10-10T15:32:16.391" v="5980" actId="207"/>
        <pc:sldMkLst>
          <pc:docMk/>
          <pc:sldMk cId="2739488132" sldId="262"/>
        </pc:sldMkLst>
        <pc:spChg chg="add mod">
          <ac:chgData name="Adyl Imam" userId="86182c98228a2042" providerId="LiveId" clId="{C0F0E972-A297-4292-8E74-FC11D0FD5484}" dt="2026-10-10T14:21:14.062" v="4643" actId="1076"/>
          <ac:spMkLst>
            <pc:docMk/>
            <pc:sldMk cId="2739488132" sldId="262"/>
            <ac:spMk id="3" creationId="{2B4EEF78-18BF-BB32-A102-A3BD60D21DDB}"/>
          </ac:spMkLst>
        </pc:spChg>
        <pc:spChg chg="add mod">
          <ac:chgData name="Adyl Imam" userId="86182c98228a2042" providerId="LiveId" clId="{C0F0E972-A297-4292-8E74-FC11D0FD5484}" dt="2026-10-10T15:32:16.391" v="5980" actId="207"/>
          <ac:spMkLst>
            <pc:docMk/>
            <pc:sldMk cId="2739488132" sldId="262"/>
            <ac:spMk id="4" creationId="{9508B9FB-3EC4-09A7-EE17-15E0F9654FAE}"/>
          </ac:spMkLst>
        </pc:spChg>
        <pc:graphicFrameChg chg="add mod">
          <ac:chgData name="Adyl Imam" userId="86182c98228a2042" providerId="LiveId" clId="{C0F0E972-A297-4292-8E74-FC11D0FD5484}" dt="2026-10-10T13:18:25.786" v="2965" actId="14100"/>
          <ac:graphicFrameMkLst>
            <pc:docMk/>
            <pc:sldMk cId="2739488132" sldId="262"/>
            <ac:graphicFrameMk id="2" creationId="{0BB48025-9A66-4352-BFFC-81D8B320BBD1}"/>
          </ac:graphicFrameMkLst>
        </pc:graphicFrameChg>
      </pc:sldChg>
      <pc:sldChg chg="addSp delSp modSp new mod">
        <pc:chgData name="Adyl Imam" userId="86182c98228a2042" providerId="LiveId" clId="{C0F0E972-A297-4292-8E74-FC11D0FD5484}" dt="2026-10-10T13:35:18.626" v="3631" actId="14100"/>
        <pc:sldMkLst>
          <pc:docMk/>
          <pc:sldMk cId="1484206486" sldId="263"/>
        </pc:sldMkLst>
        <pc:spChg chg="add del mod">
          <ac:chgData name="Adyl Imam" userId="86182c98228a2042" providerId="LiveId" clId="{C0F0E972-A297-4292-8E74-FC11D0FD5484}" dt="2026-10-10T13:28:47.748" v="3327"/>
          <ac:spMkLst>
            <pc:docMk/>
            <pc:sldMk cId="1484206486" sldId="263"/>
            <ac:spMk id="3" creationId="{65D0E230-A7E9-F195-6FCE-F306FA9D8A36}"/>
          </ac:spMkLst>
        </pc:spChg>
        <pc:spChg chg="add mod">
          <ac:chgData name="Adyl Imam" userId="86182c98228a2042" providerId="LiveId" clId="{C0F0E972-A297-4292-8E74-FC11D0FD5484}" dt="2026-10-10T13:28:57.610" v="3328" actId="14100"/>
          <ac:spMkLst>
            <pc:docMk/>
            <pc:sldMk cId="1484206486" sldId="263"/>
            <ac:spMk id="5" creationId="{7D2F3B93-92D1-53FE-EDB3-9F46CCAB7013}"/>
          </ac:spMkLst>
        </pc:spChg>
        <pc:spChg chg="add mod">
          <ac:chgData name="Adyl Imam" userId="86182c98228a2042" providerId="LiveId" clId="{C0F0E972-A297-4292-8E74-FC11D0FD5484}" dt="2026-10-10T13:35:08.983" v="3629" actId="13822"/>
          <ac:spMkLst>
            <pc:docMk/>
            <pc:sldMk cId="1484206486" sldId="263"/>
            <ac:spMk id="6" creationId="{47182321-D92B-C7EF-52E5-96F40C801ED1}"/>
          </ac:spMkLst>
        </pc:spChg>
        <pc:spChg chg="add mod">
          <ac:chgData name="Adyl Imam" userId="86182c98228a2042" providerId="LiveId" clId="{C0F0E972-A297-4292-8E74-FC11D0FD5484}" dt="2026-10-10T13:35:14.180" v="3630" actId="13822"/>
          <ac:spMkLst>
            <pc:docMk/>
            <pc:sldMk cId="1484206486" sldId="263"/>
            <ac:spMk id="8" creationId="{493A616A-C633-DBD6-09A4-B3E96A5ED43E}"/>
          </ac:spMkLst>
        </pc:spChg>
        <pc:graphicFrameChg chg="add mod">
          <ac:chgData name="Adyl Imam" userId="86182c98228a2042" providerId="LiveId" clId="{C0F0E972-A297-4292-8E74-FC11D0FD5484}" dt="2026-10-10T13:35:18.626" v="3631" actId="14100"/>
          <ac:graphicFrameMkLst>
            <pc:docMk/>
            <pc:sldMk cId="1484206486" sldId="263"/>
            <ac:graphicFrameMk id="2" creationId="{78202CD9-C7F0-4D7A-BA33-45BFD303CD07}"/>
          </ac:graphicFrameMkLst>
        </pc:graphicFrameChg>
      </pc:sldChg>
      <pc:sldChg chg="addSp modSp new mod">
        <pc:chgData name="Adyl Imam" userId="86182c98228a2042" providerId="LiveId" clId="{C0F0E972-A297-4292-8E74-FC11D0FD5484}" dt="2026-10-10T13:42:03.941" v="3819" actId="13822"/>
        <pc:sldMkLst>
          <pc:docMk/>
          <pc:sldMk cId="2664012242" sldId="264"/>
        </pc:sldMkLst>
        <pc:spChg chg="add mod">
          <ac:chgData name="Adyl Imam" userId="86182c98228a2042" providerId="LiveId" clId="{C0F0E972-A297-4292-8E74-FC11D0FD5484}" dt="2026-10-10T13:42:03.941" v="3819" actId="13822"/>
          <ac:spMkLst>
            <pc:docMk/>
            <pc:sldMk cId="2664012242" sldId="264"/>
            <ac:spMk id="3" creationId="{8A256884-8613-1B0F-0726-18E7CDDF8185}"/>
          </ac:spMkLst>
        </pc:spChg>
        <pc:graphicFrameChg chg="add mod">
          <ac:chgData name="Adyl Imam" userId="86182c98228a2042" providerId="LiveId" clId="{C0F0E972-A297-4292-8E74-FC11D0FD5484}" dt="2026-10-10T13:37:26.254" v="3642" actId="14100"/>
          <ac:graphicFrameMkLst>
            <pc:docMk/>
            <pc:sldMk cId="2664012242" sldId="264"/>
            <ac:graphicFrameMk id="2" creationId="{5E5EE55E-E74A-4E7F-B5A5-74B3A61C413E}"/>
          </ac:graphicFrameMkLst>
        </pc:graphicFrameChg>
      </pc:sldChg>
      <pc:sldChg chg="addSp modSp new mod">
        <pc:chgData name="Adyl Imam" userId="86182c98228a2042" providerId="LiveId" clId="{C0F0E972-A297-4292-8E74-FC11D0FD5484}" dt="2026-10-10T13:51:24.436" v="4112" actId="13822"/>
        <pc:sldMkLst>
          <pc:docMk/>
          <pc:sldMk cId="394941183" sldId="265"/>
        </pc:sldMkLst>
        <pc:spChg chg="add mod">
          <ac:chgData name="Adyl Imam" userId="86182c98228a2042" providerId="LiveId" clId="{C0F0E972-A297-4292-8E74-FC11D0FD5484}" dt="2026-10-10T13:51:24.436" v="4112" actId="13822"/>
          <ac:spMkLst>
            <pc:docMk/>
            <pc:sldMk cId="394941183" sldId="265"/>
            <ac:spMk id="3" creationId="{AA8FD49A-E2C6-B778-154A-234498CA1D66}"/>
          </ac:spMkLst>
        </pc:spChg>
        <pc:graphicFrameChg chg="add mod">
          <ac:chgData name="Adyl Imam" userId="86182c98228a2042" providerId="LiveId" clId="{C0F0E972-A297-4292-8E74-FC11D0FD5484}" dt="2026-10-10T13:43:19.123" v="3827"/>
          <ac:graphicFrameMkLst>
            <pc:docMk/>
            <pc:sldMk cId="394941183" sldId="265"/>
            <ac:graphicFrameMk id="2" creationId="{37AAA6AB-39CA-4B61-BAA3-9424B1F15195}"/>
          </ac:graphicFrameMkLst>
        </pc:graphicFrameChg>
      </pc:sldChg>
      <pc:sldChg chg="addSp delSp modSp new mod">
        <pc:chgData name="Adyl Imam" userId="86182c98228a2042" providerId="LiveId" clId="{C0F0E972-A297-4292-8E74-FC11D0FD5484}" dt="2026-10-10T14:19:12.173" v="4634" actId="13822"/>
        <pc:sldMkLst>
          <pc:docMk/>
          <pc:sldMk cId="1158382547" sldId="266"/>
        </pc:sldMkLst>
        <pc:spChg chg="add del mod">
          <ac:chgData name="Adyl Imam" userId="86182c98228a2042" providerId="LiveId" clId="{C0F0E972-A297-4292-8E74-FC11D0FD5484}" dt="2026-10-10T14:00:06.588" v="4144" actId="22"/>
          <ac:spMkLst>
            <pc:docMk/>
            <pc:sldMk cId="1158382547" sldId="266"/>
            <ac:spMk id="8" creationId="{9956AFF1-687C-9840-9B8E-EE18FAD39611}"/>
          </ac:spMkLst>
        </pc:spChg>
        <pc:spChg chg="add mod">
          <ac:chgData name="Adyl Imam" userId="86182c98228a2042" providerId="LiveId" clId="{C0F0E972-A297-4292-8E74-FC11D0FD5484}" dt="2026-10-10T14:14:19.067" v="4412" actId="2711"/>
          <ac:spMkLst>
            <pc:docMk/>
            <pc:sldMk cId="1158382547" sldId="266"/>
            <ac:spMk id="9" creationId="{0EE1608B-ADD3-CB55-5610-3C53A47F775E}"/>
          </ac:spMkLst>
        </pc:spChg>
        <pc:spChg chg="add mod">
          <ac:chgData name="Adyl Imam" userId="86182c98228a2042" providerId="LiveId" clId="{C0F0E972-A297-4292-8E74-FC11D0FD5484}" dt="2026-10-10T14:12:56.171" v="4393" actId="207"/>
          <ac:spMkLst>
            <pc:docMk/>
            <pc:sldMk cId="1158382547" sldId="266"/>
            <ac:spMk id="10" creationId="{0532B4B5-1DC9-F18A-1862-38C402267D19}"/>
          </ac:spMkLst>
        </pc:spChg>
        <pc:spChg chg="add mod">
          <ac:chgData name="Adyl Imam" userId="86182c98228a2042" providerId="LiveId" clId="{C0F0E972-A297-4292-8E74-FC11D0FD5484}" dt="2026-10-10T14:13:47.613" v="4406" actId="207"/>
          <ac:spMkLst>
            <pc:docMk/>
            <pc:sldMk cId="1158382547" sldId="266"/>
            <ac:spMk id="12" creationId="{E25EA4C8-2883-5E96-71D8-29ACF66CC161}"/>
          </ac:spMkLst>
        </pc:spChg>
        <pc:spChg chg="add mod">
          <ac:chgData name="Adyl Imam" userId="86182c98228a2042" providerId="LiveId" clId="{C0F0E972-A297-4292-8E74-FC11D0FD5484}" dt="2026-10-10T14:13:24.932" v="4400" actId="207"/>
          <ac:spMkLst>
            <pc:docMk/>
            <pc:sldMk cId="1158382547" sldId="266"/>
            <ac:spMk id="14" creationId="{C3BC3F83-28ED-C2AF-1C70-607A2DF87048}"/>
          </ac:spMkLst>
        </pc:spChg>
        <pc:spChg chg="add mod">
          <ac:chgData name="Adyl Imam" userId="86182c98228a2042" providerId="LiveId" clId="{C0F0E972-A297-4292-8E74-FC11D0FD5484}" dt="2026-10-10T14:13:16.365" v="4398" actId="207"/>
          <ac:spMkLst>
            <pc:docMk/>
            <pc:sldMk cId="1158382547" sldId="266"/>
            <ac:spMk id="16" creationId="{8F0770F2-1949-DDF0-1029-1252B72024A5}"/>
          </ac:spMkLst>
        </pc:spChg>
        <pc:spChg chg="add mod">
          <ac:chgData name="Adyl Imam" userId="86182c98228a2042" providerId="LiveId" clId="{C0F0E972-A297-4292-8E74-FC11D0FD5484}" dt="2026-10-10T14:13:34.010" v="4402" actId="207"/>
          <ac:spMkLst>
            <pc:docMk/>
            <pc:sldMk cId="1158382547" sldId="266"/>
            <ac:spMk id="18" creationId="{A7373FBC-DE4B-A9AC-1CF8-38AFE5684011}"/>
          </ac:spMkLst>
        </pc:spChg>
        <pc:spChg chg="add mod">
          <ac:chgData name="Adyl Imam" userId="86182c98228a2042" providerId="LiveId" clId="{C0F0E972-A297-4292-8E74-FC11D0FD5484}" dt="2026-10-10T14:13:41.147" v="4404" actId="207"/>
          <ac:spMkLst>
            <pc:docMk/>
            <pc:sldMk cId="1158382547" sldId="266"/>
            <ac:spMk id="20" creationId="{F5661CB7-4599-BA08-B096-7F1985CDBE6E}"/>
          </ac:spMkLst>
        </pc:spChg>
        <pc:spChg chg="add del mod">
          <ac:chgData name="Adyl Imam" userId="86182c98228a2042" providerId="LiveId" clId="{C0F0E972-A297-4292-8E74-FC11D0FD5484}" dt="2026-10-10T14:08:32.704" v="4374"/>
          <ac:spMkLst>
            <pc:docMk/>
            <pc:sldMk cId="1158382547" sldId="266"/>
            <ac:spMk id="21" creationId="{C22A145A-96C7-AC27-47DC-08D0AF0229BA}"/>
          </ac:spMkLst>
        </pc:spChg>
        <pc:spChg chg="add del mod">
          <ac:chgData name="Adyl Imam" userId="86182c98228a2042" providerId="LiveId" clId="{C0F0E972-A297-4292-8E74-FC11D0FD5484}" dt="2026-10-10T14:11:40.613" v="4382" actId="11529"/>
          <ac:spMkLst>
            <pc:docMk/>
            <pc:sldMk cId="1158382547" sldId="266"/>
            <ac:spMk id="22" creationId="{3EFD0113-CB54-56E8-97CA-5A9620FD5E55}"/>
          </ac:spMkLst>
        </pc:spChg>
        <pc:spChg chg="add mod">
          <ac:chgData name="Adyl Imam" userId="86182c98228a2042" providerId="LiveId" clId="{C0F0E972-A297-4292-8E74-FC11D0FD5484}" dt="2026-10-10T14:19:12.173" v="4634" actId="13822"/>
          <ac:spMkLst>
            <pc:docMk/>
            <pc:sldMk cId="1158382547" sldId="266"/>
            <ac:spMk id="23" creationId="{143DA595-16AD-2907-91C6-A50984022327}"/>
          </ac:spMkLst>
        </pc:spChg>
        <pc:graphicFrameChg chg="add mod">
          <ac:chgData name="Adyl Imam" userId="86182c98228a2042" providerId="LiveId" clId="{C0F0E972-A297-4292-8E74-FC11D0FD5484}" dt="2026-10-10T13:56:51.130" v="4114"/>
          <ac:graphicFrameMkLst>
            <pc:docMk/>
            <pc:sldMk cId="1158382547" sldId="266"/>
            <ac:graphicFrameMk id="2" creationId="{20D8306F-2769-1E96-7992-8AA8821E13CE}"/>
          </ac:graphicFrameMkLst>
        </pc:graphicFrameChg>
        <pc:graphicFrameChg chg="add mod modGraphic">
          <ac:chgData name="Adyl Imam" userId="86182c98228a2042" providerId="LiveId" clId="{C0F0E972-A297-4292-8E74-FC11D0FD5484}" dt="2026-10-10T13:57:11.780" v="4123" actId="14100"/>
          <ac:graphicFrameMkLst>
            <pc:docMk/>
            <pc:sldMk cId="1158382547" sldId="266"/>
            <ac:graphicFrameMk id="3" creationId="{74DB2F47-BB80-BFEA-17F6-C0E38C1B7C6F}"/>
          </ac:graphicFrameMkLst>
        </pc:graphicFrameChg>
        <pc:graphicFrameChg chg="add mod">
          <ac:chgData name="Adyl Imam" userId="86182c98228a2042" providerId="LiveId" clId="{C0F0E972-A297-4292-8E74-FC11D0FD5484}" dt="2026-10-10T13:57:42.675" v="4124"/>
          <ac:graphicFrameMkLst>
            <pc:docMk/>
            <pc:sldMk cId="1158382547" sldId="266"/>
            <ac:graphicFrameMk id="4" creationId="{9A633331-7776-F2B2-6A86-9042ACDCDE98}"/>
          </ac:graphicFrameMkLst>
        </pc:graphicFrameChg>
        <pc:picChg chg="add del mod">
          <ac:chgData name="Adyl Imam" userId="86182c98228a2042" providerId="LiveId" clId="{C0F0E972-A297-4292-8E74-FC11D0FD5484}" dt="2026-10-10T13:58:32.125" v="4140" actId="22"/>
          <ac:picMkLst>
            <pc:docMk/>
            <pc:sldMk cId="1158382547" sldId="266"/>
            <ac:picMk id="6" creationId="{4CB9ADE0-B320-7F4A-BF98-842480415F94}"/>
          </ac:picMkLst>
        </pc:picChg>
      </pc:sldChg>
      <pc:sldChg chg="addSp modSp new mod">
        <pc:chgData name="Adyl Imam" userId="86182c98228a2042" providerId="LiveId" clId="{C0F0E972-A297-4292-8E74-FC11D0FD5484}" dt="2026-10-10T14:37:46.175" v="5120" actId="14100"/>
        <pc:sldMkLst>
          <pc:docMk/>
          <pc:sldMk cId="2559165174" sldId="267"/>
        </pc:sldMkLst>
        <pc:spChg chg="add mod">
          <ac:chgData name="Adyl Imam" userId="86182c98228a2042" providerId="LiveId" clId="{C0F0E972-A297-4292-8E74-FC11D0FD5484}" dt="2026-10-10T14:37:46.175" v="5120" actId="14100"/>
          <ac:spMkLst>
            <pc:docMk/>
            <pc:sldMk cId="2559165174" sldId="267"/>
            <ac:spMk id="3" creationId="{5AFCC430-9FF8-3F46-4341-DF8B0A856190}"/>
          </ac:spMkLst>
        </pc:spChg>
        <pc:graphicFrameChg chg="add mod">
          <ac:chgData name="Adyl Imam" userId="86182c98228a2042" providerId="LiveId" clId="{C0F0E972-A297-4292-8E74-FC11D0FD5484}" dt="2026-10-10T14:37:30.940" v="5118" actId="207"/>
          <ac:graphicFrameMkLst>
            <pc:docMk/>
            <pc:sldMk cId="2559165174" sldId="267"/>
            <ac:graphicFrameMk id="2" creationId="{68707490-1D1F-4334-8200-03D9B66B11E6}"/>
          </ac:graphicFrameMkLst>
        </pc:graphicFrameChg>
      </pc:sldChg>
      <pc:sldChg chg="addSp delSp modSp new mod">
        <pc:chgData name="Adyl Imam" userId="86182c98228a2042" providerId="LiveId" clId="{C0F0E972-A297-4292-8E74-FC11D0FD5484}" dt="2026-10-10T15:28:53.055" v="5975" actId="207"/>
        <pc:sldMkLst>
          <pc:docMk/>
          <pc:sldMk cId="513371900" sldId="268"/>
        </pc:sldMkLst>
        <pc:spChg chg="add mod">
          <ac:chgData name="Adyl Imam" userId="86182c98228a2042" providerId="LiveId" clId="{C0F0E972-A297-4292-8E74-FC11D0FD5484}" dt="2026-10-10T15:21:59.958" v="5974" actId="207"/>
          <ac:spMkLst>
            <pc:docMk/>
            <pc:sldMk cId="513371900" sldId="268"/>
            <ac:spMk id="2" creationId="{DEB4D497-BAF2-9CE6-D316-2453217522CF}"/>
          </ac:spMkLst>
        </pc:spChg>
        <pc:spChg chg="add del mod">
          <ac:chgData name="Adyl Imam" userId="86182c98228a2042" providerId="LiveId" clId="{C0F0E972-A297-4292-8E74-FC11D0FD5484}" dt="2026-10-10T15:00:23.283" v="5178"/>
          <ac:spMkLst>
            <pc:docMk/>
            <pc:sldMk cId="513371900" sldId="268"/>
            <ac:spMk id="3" creationId="{7AED765F-CE38-3BFB-36AF-4980686EEA93}"/>
          </ac:spMkLst>
        </pc:spChg>
        <pc:spChg chg="add del mod">
          <ac:chgData name="Adyl Imam" userId="86182c98228a2042" providerId="LiveId" clId="{C0F0E972-A297-4292-8E74-FC11D0FD5484}" dt="2026-10-10T15:00:25.461" v="5181"/>
          <ac:spMkLst>
            <pc:docMk/>
            <pc:sldMk cId="513371900" sldId="268"/>
            <ac:spMk id="4" creationId="{2561DE18-1714-B3B7-5F16-18961C432BA0}"/>
          </ac:spMkLst>
        </pc:spChg>
        <pc:spChg chg="add del mod">
          <ac:chgData name="Adyl Imam" userId="86182c98228a2042" providerId="LiveId" clId="{C0F0E972-A297-4292-8E74-FC11D0FD5484}" dt="2026-10-10T15:04:57.951" v="5413" actId="478"/>
          <ac:spMkLst>
            <pc:docMk/>
            <pc:sldMk cId="513371900" sldId="268"/>
            <ac:spMk id="5" creationId="{F31B5F92-27E4-C288-9FD5-631BA3420764}"/>
          </ac:spMkLst>
        </pc:spChg>
        <pc:spChg chg="add mod">
          <ac:chgData name="Adyl Imam" userId="86182c98228a2042" providerId="LiveId" clId="{C0F0E972-A297-4292-8E74-FC11D0FD5484}" dt="2026-10-10T15:21:12.088" v="5969" actId="207"/>
          <ac:spMkLst>
            <pc:docMk/>
            <pc:sldMk cId="513371900" sldId="268"/>
            <ac:spMk id="6" creationId="{6A414D68-EE71-3304-82E7-BF31C1231CD9}"/>
          </ac:spMkLst>
        </pc:spChg>
        <pc:spChg chg="add mod">
          <ac:chgData name="Adyl Imam" userId="86182c98228a2042" providerId="LiveId" clId="{C0F0E972-A297-4292-8E74-FC11D0FD5484}" dt="2026-10-10T15:21:30.116" v="5971" actId="207"/>
          <ac:spMkLst>
            <pc:docMk/>
            <pc:sldMk cId="513371900" sldId="268"/>
            <ac:spMk id="8" creationId="{26DE84DF-A998-4F02-58EF-00EE6C0F0DAF}"/>
          </ac:spMkLst>
        </pc:spChg>
        <pc:spChg chg="add mod">
          <ac:chgData name="Adyl Imam" userId="86182c98228a2042" providerId="LiveId" clId="{C0F0E972-A297-4292-8E74-FC11D0FD5484}" dt="2026-10-10T15:21:41.707" v="5973" actId="113"/>
          <ac:spMkLst>
            <pc:docMk/>
            <pc:sldMk cId="513371900" sldId="268"/>
            <ac:spMk id="10" creationId="{3D406919-08D6-4557-C9A9-7FEF901555FA}"/>
          </ac:spMkLst>
        </pc:spChg>
        <pc:spChg chg="add del mod">
          <ac:chgData name="Adyl Imam" userId="86182c98228a2042" providerId="LiveId" clId="{C0F0E972-A297-4292-8E74-FC11D0FD5484}" dt="2026-10-10T15:06:47.986" v="5448" actId="22"/>
          <ac:spMkLst>
            <pc:docMk/>
            <pc:sldMk cId="513371900" sldId="268"/>
            <ac:spMk id="12" creationId="{73C6563D-B476-56F4-DF6D-1955B0B95A6B}"/>
          </ac:spMkLst>
        </pc:spChg>
        <pc:spChg chg="add del">
          <ac:chgData name="Adyl Imam" userId="86182c98228a2042" providerId="LiveId" clId="{C0F0E972-A297-4292-8E74-FC11D0FD5484}" dt="2026-10-10T15:17:24.182" v="5947" actId="11529"/>
          <ac:spMkLst>
            <pc:docMk/>
            <pc:sldMk cId="513371900" sldId="268"/>
            <ac:spMk id="13" creationId="{1D3F2E8B-3715-0744-C157-4E956EF1FD47}"/>
          </ac:spMkLst>
        </pc:spChg>
        <pc:spChg chg="add mod">
          <ac:chgData name="Adyl Imam" userId="86182c98228a2042" providerId="LiveId" clId="{C0F0E972-A297-4292-8E74-FC11D0FD5484}" dt="2026-10-10T15:28:53.055" v="5975" actId="207"/>
          <ac:spMkLst>
            <pc:docMk/>
            <pc:sldMk cId="513371900" sldId="268"/>
            <ac:spMk id="14" creationId="{362B4D97-887F-6DD5-D80E-93303A543370}"/>
          </ac:spMkLst>
        </pc:spChg>
      </pc:sldChg>
      <pc:sldChg chg="new del">
        <pc:chgData name="Adyl Imam" userId="86182c98228a2042" providerId="LiveId" clId="{C0F0E972-A297-4292-8E74-FC11D0FD5484}" dt="2026-10-10T14:51:11.088" v="5128" actId="680"/>
        <pc:sldMkLst>
          <pc:docMk/>
          <pc:sldMk cId="1736136079" sldId="268"/>
        </pc:sldMkLst>
      </pc:sldChg>
      <pc:sldChg chg="add del">
        <pc:chgData name="Adyl Imam" userId="86182c98228a2042" providerId="LiveId" clId="{C0F0E972-A297-4292-8E74-FC11D0FD5484}" dt="2026-10-10T15:04:54.385" v="5412" actId="2696"/>
        <pc:sldMkLst>
          <pc:docMk/>
          <pc:sldMk cId="3315547857" sldId="269"/>
        </pc:sldMkLst>
      </pc:sldChg>
      <pc:sldMasterChg chg="setBg modSldLayout">
        <pc:chgData name="Adyl Imam" userId="86182c98228a2042" providerId="LiveId" clId="{C0F0E972-A297-4292-8E74-FC11D0FD5484}" dt="2026-10-10T04:25:20.466" v="1384"/>
        <pc:sldMasterMkLst>
          <pc:docMk/>
          <pc:sldMasterMk cId="4209201887" sldId="2147483744"/>
        </pc:sldMasterMkLst>
        <pc:sldLayoutChg chg="setBg">
          <pc:chgData name="Adyl Imam" userId="86182c98228a2042" providerId="LiveId" clId="{C0F0E972-A297-4292-8E74-FC11D0FD5484}" dt="2026-10-10T04:25:20.466" v="1384"/>
          <pc:sldLayoutMkLst>
            <pc:docMk/>
            <pc:sldMasterMk cId="4209201887" sldId="2147483744"/>
            <pc:sldLayoutMk cId="3381072660" sldId="2147483745"/>
          </pc:sldLayoutMkLst>
        </pc:sldLayoutChg>
        <pc:sldLayoutChg chg="setBg">
          <pc:chgData name="Adyl Imam" userId="86182c98228a2042" providerId="LiveId" clId="{C0F0E972-A297-4292-8E74-FC11D0FD5484}" dt="2026-10-10T04:25:20.466" v="1384"/>
          <pc:sldLayoutMkLst>
            <pc:docMk/>
            <pc:sldMasterMk cId="4209201887" sldId="2147483744"/>
            <pc:sldLayoutMk cId="469893542" sldId="2147483747"/>
          </pc:sldLayoutMkLst>
        </pc:sldLayoutChg>
      </pc:sldMasterChg>
      <pc:sldMasterChg chg="setBg modSldLayout">
        <pc:chgData name="Adyl Imam" userId="86182c98228a2042" providerId="LiveId" clId="{C0F0E972-A297-4292-8E74-FC11D0FD5484}" dt="2026-10-10T04:29:36.542" v="1413"/>
        <pc:sldMasterMkLst>
          <pc:docMk/>
          <pc:sldMasterMk cId="1435402316" sldId="2147483772"/>
        </pc:sldMasterMkLst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346773319" sldId="2147483773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707908750" sldId="2147483775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690132772" sldId="2147483776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1949138567" sldId="2147483777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4181352648" sldId="2147483778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2216578503" sldId="2147483779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423968434" sldId="2147483798"/>
          </pc:sldLayoutMkLst>
        </pc:sldLayoutChg>
        <pc:sldLayoutChg chg="setBg">
          <pc:chgData name="Adyl Imam" userId="86182c98228a2042" providerId="LiveId" clId="{C0F0E972-A297-4292-8E74-FC11D0FD5484}" dt="2026-10-10T04:26:54.376" v="1405"/>
          <pc:sldLayoutMkLst>
            <pc:docMk/>
            <pc:sldMasterMk cId="1435402316" sldId="2147483772"/>
            <pc:sldLayoutMk cId="1302270168" sldId="2147483799"/>
          </pc:sldLayoutMkLst>
        </pc:sldLayoutChg>
      </pc:sldMasterChg>
      <pc:sldMasterChg chg="modSldLayout">
        <pc:chgData name="Adyl Imam" userId="86182c98228a2042" providerId="LiveId" clId="{C0F0E972-A297-4292-8E74-FC11D0FD5484}" dt="2026-10-10T13:17:00.983" v="2938"/>
        <pc:sldMasterMkLst>
          <pc:docMk/>
          <pc:sldMasterMk cId="3027985537" sldId="2147483856"/>
        </pc:sldMasterMkLst>
        <pc:sldLayoutChg chg="addSp delSp">
          <pc:chgData name="Adyl Imam" userId="86182c98228a2042" providerId="LiveId" clId="{C0F0E972-A297-4292-8E74-FC11D0FD5484}" dt="2026-10-10T13:17:00.983" v="2938"/>
          <pc:sldLayoutMkLst>
            <pc:docMk/>
            <pc:sldMasterMk cId="3027985537" sldId="2147483856"/>
            <pc:sldLayoutMk cId="512122824" sldId="2147483884"/>
          </pc:sldLayoutMkLst>
          <pc:spChg chg="add del">
            <ac:chgData name="Adyl Imam" userId="86182c98228a2042" providerId="LiveId" clId="{C0F0E972-A297-4292-8E74-FC11D0FD5484}" dt="2026-10-10T13:17:00.983" v="2938"/>
            <ac:spMkLst>
              <pc:docMk/>
              <pc:sldMasterMk cId="3027985537" sldId="2147483856"/>
              <pc:sldLayoutMk cId="512122824" sldId="2147483884"/>
              <ac:spMk id="11" creationId="{6D514160-DA6E-9655-9294-6538F297B73D}"/>
            </ac:spMkLst>
          </pc:spChg>
          <pc:spChg chg="add del">
            <ac:chgData name="Adyl Imam" userId="86182c98228a2042" providerId="LiveId" clId="{C0F0E972-A297-4292-8E74-FC11D0FD5484}" dt="2026-10-10T13:17:00.983" v="2938"/>
            <ac:spMkLst>
              <pc:docMk/>
              <pc:sldMasterMk cId="3027985537" sldId="2147483856"/>
              <pc:sldLayoutMk cId="512122824" sldId="2147483884"/>
              <ac:spMk id="12" creationId="{B2EC29EB-3E43-F1FF-EB6B-9F5C908FFCC8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182c98228a2042/Desktop/PROJECT%201/dataset_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[dataset_1.xlsx]Pivots!PivotTable14</c:name>
    <c:fmtId val="2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Pivots!$B$31</c:f>
              <c:strCache>
                <c:ptCount val="1"/>
                <c:pt idx="0">
                  <c:v>Sum of Casual Booking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Pivots!$A$32:$A$39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Pivots!$B$32:$B$39</c:f>
              <c:numCache>
                <c:formatCode>General</c:formatCode>
                <c:ptCount val="7"/>
                <c:pt idx="0">
                  <c:v>552</c:v>
                </c:pt>
                <c:pt idx="1">
                  <c:v>534</c:v>
                </c:pt>
                <c:pt idx="2">
                  <c:v>1225</c:v>
                </c:pt>
                <c:pt idx="3">
                  <c:v>1477</c:v>
                </c:pt>
                <c:pt idx="4">
                  <c:v>332</c:v>
                </c:pt>
                <c:pt idx="5">
                  <c:v>457</c:v>
                </c:pt>
                <c:pt idx="6">
                  <c:v>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93-4A60-BD0F-037C3842ABCB}"/>
            </c:ext>
          </c:extLst>
        </c:ser>
        <c:ser>
          <c:idx val="1"/>
          <c:order val="1"/>
          <c:tx>
            <c:strRef>
              <c:f>Pivots!$C$31</c:f>
              <c:strCache>
                <c:ptCount val="1"/>
                <c:pt idx="0">
                  <c:v>Sum of Registered Booking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Pivots!$A$32:$A$39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Pivots!$C$32:$C$39</c:f>
              <c:numCache>
                <c:formatCode>General</c:formatCode>
                <c:ptCount val="7"/>
                <c:pt idx="0">
                  <c:v>8543</c:v>
                </c:pt>
                <c:pt idx="1">
                  <c:v>7916</c:v>
                </c:pt>
                <c:pt idx="2">
                  <c:v>6523</c:v>
                </c:pt>
                <c:pt idx="3">
                  <c:v>6644</c:v>
                </c:pt>
                <c:pt idx="4">
                  <c:v>8126</c:v>
                </c:pt>
                <c:pt idx="5">
                  <c:v>7926</c:v>
                </c:pt>
                <c:pt idx="6">
                  <c:v>7705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93-4A60-BD0F-037C3842AB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58712303"/>
        <c:axId val="1678952336"/>
      </c:barChart>
      <c:catAx>
        <c:axId val="758712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952336"/>
        <c:crosses val="autoZero"/>
        <c:auto val="1"/>
        <c:lblAlgn val="ctr"/>
        <c:lblOffset val="100"/>
        <c:noMultiLvlLbl val="0"/>
      </c:catAx>
      <c:valAx>
        <c:axId val="1678952336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58712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[dataset_1.xlsx]Pivots!PivotTable18</c:name>
    <c:fmtId val="9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Booking</a:t>
            </a:r>
            <a:r>
              <a:rPr lang="en-US" sz="2800" b="1" baseline="0" dirty="0">
                <a:solidFill>
                  <a:schemeClr val="tx1"/>
                </a:solidFill>
              </a:rPr>
              <a:t> According to Time</a:t>
            </a:r>
            <a:endParaRPr lang="en-US" sz="28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0054644808743168E-2"/>
          <c:y val="0.16334841628959276"/>
          <c:w val="0.95945785465341427"/>
          <c:h val="0.73719457013574663"/>
        </c:manualLayout>
      </c:layout>
      <c:lineChart>
        <c:grouping val="standard"/>
        <c:varyColors val="0"/>
        <c:ser>
          <c:idx val="0"/>
          <c:order val="0"/>
          <c:tx>
            <c:strRef>
              <c:f>Pivots!$B$96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Pivots!$A$97:$A$121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Pivots!$B$97:$B$121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AB-4295-85B5-D4453978610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08664688"/>
        <c:axId val="1908656528"/>
      </c:lineChart>
      <c:catAx>
        <c:axId val="190866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656528"/>
        <c:crosses val="autoZero"/>
        <c:auto val="1"/>
        <c:lblAlgn val="ctr"/>
        <c:lblOffset val="100"/>
        <c:noMultiLvlLbl val="0"/>
      </c:catAx>
      <c:valAx>
        <c:axId val="19086565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08664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[dataset_1.xlsx]Pivots!PivotTable1</c:name>
    <c:fmtId val="183"/>
  </c:pivotSource>
  <c:chart>
    <c:autoTitleDeleted val="1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>
              <a:lumMod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5.2414503433493694E-2"/>
          <c:y val="0"/>
          <c:w val="0.94758549656650626"/>
          <c:h val="0.98758674246822364"/>
        </c:manualLayout>
      </c:layout>
      <c:doughnutChart>
        <c:varyColors val="1"/>
        <c:ser>
          <c:idx val="0"/>
          <c:order val="0"/>
          <c:tx>
            <c:strRef>
              <c:f>Pivots!$B$197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19-4118-BEE9-554E10CB038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19-4118-BEE9-554E10CB038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19-4118-BEE9-554E10CB038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19-4118-BEE9-554E10CB038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219-4118-BEE9-554E10CB038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219-4118-BEE9-554E10CB038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219-4118-BEE9-554E10CB03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Pivots!$A$198:$A$205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Pivots!$B$198:$B$205</c:f>
              <c:numCache>
                <c:formatCode>General</c:formatCode>
                <c:ptCount val="7"/>
                <c:pt idx="0">
                  <c:v>138</c:v>
                </c:pt>
                <c:pt idx="1">
                  <c:v>149</c:v>
                </c:pt>
                <c:pt idx="2">
                  <c:v>166</c:v>
                </c:pt>
                <c:pt idx="3">
                  <c:v>164</c:v>
                </c:pt>
                <c:pt idx="4">
                  <c:v>125</c:v>
                </c:pt>
                <c:pt idx="5">
                  <c:v>127</c:v>
                </c:pt>
                <c:pt idx="6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219-4118-BEE9-554E10CB038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[dataset_1.xlsx]Pivots!PivotTable17</c:name>
    <c:fmtId val="67"/>
  </c:pivotSource>
  <c:chart>
    <c:autoTitleDeleted val="1"/>
    <c:pivotFmts>
      <c:pivotFmt>
        <c:idx val="0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Pivots!$B$82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cat>
            <c:strRef>
              <c:f>Pivots!$A$83:$A$87</c:f>
              <c:strCache>
                <c:ptCount val="4"/>
                <c:pt idx="0">
                  <c:v>Cloudy</c:v>
                </c:pt>
                <c:pt idx="1">
                  <c:v>Rainy</c:v>
                </c:pt>
                <c:pt idx="2">
                  <c:v>Sunny</c:v>
                </c:pt>
                <c:pt idx="3">
                  <c:v>Thunderstorm</c:v>
                </c:pt>
              </c:strCache>
            </c:strRef>
          </c:cat>
          <c:val>
            <c:numRef>
              <c:f>Pivots!$B$83:$B$87</c:f>
              <c:numCache>
                <c:formatCode>General</c:formatCode>
                <c:ptCount val="4"/>
                <c:pt idx="0">
                  <c:v>18106</c:v>
                </c:pt>
                <c:pt idx="1">
                  <c:v>2789</c:v>
                </c:pt>
                <c:pt idx="2">
                  <c:v>37373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53-47F9-9D50-8AF772508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28335664"/>
        <c:axId val="1728329904"/>
        <c:axId val="0"/>
      </c:bar3DChart>
      <c:catAx>
        <c:axId val="172833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8329904"/>
        <c:crosses val="autoZero"/>
        <c:auto val="1"/>
        <c:lblAlgn val="ctr"/>
        <c:lblOffset val="100"/>
        <c:noMultiLvlLbl val="0"/>
      </c:catAx>
      <c:valAx>
        <c:axId val="1728329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833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[dataset_1.xlsx]Pivots!PivotTable3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Demands Scenarios Vs Anomaly &amp; Normal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397784702890796E-2"/>
          <c:y val="0.16712962962962963"/>
          <c:w val="0.95602215297109205"/>
          <c:h val="0.61155037911927679"/>
        </c:manualLayout>
      </c:layout>
      <c:lineChart>
        <c:grouping val="standard"/>
        <c:varyColors val="0"/>
        <c:ser>
          <c:idx val="0"/>
          <c:order val="0"/>
          <c:tx>
            <c:strRef>
              <c:f>Pivots!$B$220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trendline>
            <c:name>0</c:nam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intercept val="0"/>
            <c:dispRSqr val="0"/>
            <c:dispEq val="0"/>
          </c:trendline>
          <c:cat>
            <c:multiLvlStrRef>
              <c:f>Pivots!$A$221:$A$229</c:f>
              <c:multiLvlStrCache>
                <c:ptCount val="6"/>
                <c:lvl>
                  <c:pt idx="0">
                    <c:v>High Demand</c:v>
                  </c:pt>
                  <c:pt idx="1">
                    <c:v>Low Demand</c:v>
                  </c:pt>
                  <c:pt idx="2">
                    <c:v>Normal</c:v>
                  </c:pt>
                  <c:pt idx="3">
                    <c:v>High Demand</c:v>
                  </c:pt>
                  <c:pt idx="4">
                    <c:v>Low Demand</c:v>
                  </c:pt>
                  <c:pt idx="5">
                    <c:v>Normal</c:v>
                  </c:pt>
                </c:lvl>
                <c:lvl>
                  <c:pt idx="0">
                    <c:v>Anomaly</c:v>
                  </c:pt>
                  <c:pt idx="3">
                    <c:v>Normal</c:v>
                  </c:pt>
                </c:lvl>
              </c:multiLvlStrCache>
            </c:multiLvlStrRef>
          </c:cat>
          <c:val>
            <c:numRef>
              <c:f>Pivots!$B$221:$B$229</c:f>
              <c:numCache>
                <c:formatCode>General</c:formatCode>
                <c:ptCount val="6"/>
                <c:pt idx="0">
                  <c:v>132</c:v>
                </c:pt>
                <c:pt idx="1">
                  <c:v>7.666666666666667</c:v>
                </c:pt>
                <c:pt idx="2">
                  <c:v>56.07692307692308</c:v>
                </c:pt>
                <c:pt idx="3">
                  <c:v>148.81481481481481</c:v>
                </c:pt>
                <c:pt idx="4">
                  <c:v>6.4901185770750986</c:v>
                </c:pt>
                <c:pt idx="5">
                  <c:v>56.101313320825518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9D-4D73-94B2-A007FA01850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04313040"/>
        <c:axId val="1504309680"/>
      </c:lineChart>
      <c:catAx>
        <c:axId val="150431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4309680"/>
        <c:crosses val="autoZero"/>
        <c:auto val="1"/>
        <c:lblAlgn val="ctr"/>
        <c:lblOffset val="100"/>
        <c:noMultiLvlLbl val="0"/>
      </c:catAx>
      <c:valAx>
        <c:axId val="1504309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4313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Anomaly Temperature</a:t>
            </a:r>
          </a:p>
        </c:rich>
      </c:tx>
      <c:layout>
        <c:manualLayout>
          <c:xMode val="edge"/>
          <c:yMode val="edge"/>
          <c:x val="0.43075854258826768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Final_Data!$W$1</c:f>
              <c:strCache>
                <c:ptCount val="1"/>
                <c:pt idx="0">
                  <c:v>Anomaly Temperature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6"/>
            <c:spPr>
              <a:solidFill>
                <a:schemeClr val="accent1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xVal>
            <c:numRef>
              <c:f>Final_Data!$V$2:$V$1001</c:f>
              <c:numCache>
                <c:formatCode>General</c:formatCode>
                <c:ptCount val="1000"/>
                <c:pt idx="0">
                  <c:v>0.24</c:v>
                </c:pt>
                <c:pt idx="1">
                  <c:v>0.22</c:v>
                </c:pt>
                <c:pt idx="2">
                  <c:v>0.22</c:v>
                </c:pt>
                <c:pt idx="3">
                  <c:v>0.24</c:v>
                </c:pt>
                <c:pt idx="4">
                  <c:v>0.24</c:v>
                </c:pt>
                <c:pt idx="5">
                  <c:v>0.24</c:v>
                </c:pt>
                <c:pt idx="6">
                  <c:v>0.22</c:v>
                </c:pt>
                <c:pt idx="7">
                  <c:v>0.2</c:v>
                </c:pt>
                <c:pt idx="8">
                  <c:v>0.24</c:v>
                </c:pt>
                <c:pt idx="9">
                  <c:v>0.32</c:v>
                </c:pt>
                <c:pt idx="10">
                  <c:v>0</c:v>
                </c:pt>
                <c:pt idx="11">
                  <c:v>0.36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0.36</c:v>
                </c:pt>
                <c:pt idx="34">
                  <c:v>0.36</c:v>
                </c:pt>
                <c:pt idx="35">
                  <c:v>0.36</c:v>
                </c:pt>
                <c:pt idx="36">
                  <c:v>0.36</c:v>
                </c:pt>
                <c:pt idx="37">
                  <c:v>0.36</c:v>
                </c:pt>
                <c:pt idx="38">
                  <c:v>0.34</c:v>
                </c:pt>
                <c:pt idx="39">
                  <c:v>0.34</c:v>
                </c:pt>
                <c:pt idx="40">
                  <c:v>0.34</c:v>
                </c:pt>
                <c:pt idx="41">
                  <c:v>0.36</c:v>
                </c:pt>
                <c:pt idx="42">
                  <c:v>0.32</c:v>
                </c:pt>
                <c:pt idx="43">
                  <c:v>0.3</c:v>
                </c:pt>
                <c:pt idx="44">
                  <c:v>0.26</c:v>
                </c:pt>
                <c:pt idx="45">
                  <c:v>0.24</c:v>
                </c:pt>
                <c:pt idx="46">
                  <c:v>0.22</c:v>
                </c:pt>
                <c:pt idx="47">
                  <c:v>0.22</c:v>
                </c:pt>
                <c:pt idx="48">
                  <c:v>0.2</c:v>
                </c:pt>
                <c:pt idx="49">
                  <c:v>0.16</c:v>
                </c:pt>
                <c:pt idx="50">
                  <c:v>0.16</c:v>
                </c:pt>
                <c:pt idx="51">
                  <c:v>0.14000000000000001</c:v>
                </c:pt>
                <c:pt idx="52">
                  <c:v>0.14000000000000001</c:v>
                </c:pt>
                <c:pt idx="53">
                  <c:v>0.14000000000000001</c:v>
                </c:pt>
                <c:pt idx="54">
                  <c:v>0.16</c:v>
                </c:pt>
                <c:pt idx="55">
                  <c:v>0.18</c:v>
                </c:pt>
                <c:pt idx="56">
                  <c:v>0.2</c:v>
                </c:pt>
                <c:pt idx="57">
                  <c:v>0.22</c:v>
                </c:pt>
                <c:pt idx="58">
                  <c:v>0.24</c:v>
                </c:pt>
                <c:pt idx="59">
                  <c:v>0.26</c:v>
                </c:pt>
                <c:pt idx="60">
                  <c:v>0.26</c:v>
                </c:pt>
                <c:pt idx="61">
                  <c:v>0.26</c:v>
                </c:pt>
                <c:pt idx="62">
                  <c:v>0.24</c:v>
                </c:pt>
                <c:pt idx="63">
                  <c:v>0.24</c:v>
                </c:pt>
                <c:pt idx="64">
                  <c:v>0.2</c:v>
                </c:pt>
                <c:pt idx="65">
                  <c:v>0.2</c:v>
                </c:pt>
                <c:pt idx="66">
                  <c:v>0.18</c:v>
                </c:pt>
                <c:pt idx="67">
                  <c:v>0.14000000000000001</c:v>
                </c:pt>
                <c:pt idx="68">
                  <c:v>0.18</c:v>
                </c:pt>
                <c:pt idx="69">
                  <c:v>0.16</c:v>
                </c:pt>
                <c:pt idx="70">
                  <c:v>0.16</c:v>
                </c:pt>
                <c:pt idx="71">
                  <c:v>0.14000000000000001</c:v>
                </c:pt>
                <c:pt idx="72">
                  <c:v>0.14000000000000001</c:v>
                </c:pt>
                <c:pt idx="73">
                  <c:v>0.12</c:v>
                </c:pt>
                <c:pt idx="74">
                  <c:v>0.12</c:v>
                </c:pt>
                <c:pt idx="75">
                  <c:v>0.12</c:v>
                </c:pt>
                <c:pt idx="76">
                  <c:v>0.14000000000000001</c:v>
                </c:pt>
                <c:pt idx="77">
                  <c:v>0.16</c:v>
                </c:pt>
                <c:pt idx="78">
                  <c:v>0.16</c:v>
                </c:pt>
                <c:pt idx="79">
                  <c:v>0.22</c:v>
                </c:pt>
                <c:pt idx="80">
                  <c:v>0.22</c:v>
                </c:pt>
                <c:pt idx="81">
                  <c:v>0.24</c:v>
                </c:pt>
                <c:pt idx="82">
                  <c:v>0.26</c:v>
                </c:pt>
                <c:pt idx="83">
                  <c:v>0.28000000000000003</c:v>
                </c:pt>
                <c:pt idx="84">
                  <c:v>0.3</c:v>
                </c:pt>
                <c:pt idx="85">
                  <c:v>0.28000000000000003</c:v>
                </c:pt>
                <c:pt idx="86">
                  <c:v>0.26</c:v>
                </c:pt>
                <c:pt idx="87">
                  <c:v>0.24</c:v>
                </c:pt>
                <c:pt idx="88">
                  <c:v>0.24</c:v>
                </c:pt>
                <c:pt idx="89">
                  <c:v>0.22</c:v>
                </c:pt>
                <c:pt idx="90">
                  <c:v>0.22</c:v>
                </c:pt>
                <c:pt idx="91">
                  <c:v>0.2</c:v>
                </c:pt>
                <c:pt idx="92">
                  <c:v>0.2</c:v>
                </c:pt>
                <c:pt idx="93">
                  <c:v>0.16</c:v>
                </c:pt>
                <c:pt idx="94">
                  <c:v>0.16</c:v>
                </c:pt>
                <c:pt idx="95">
                  <c:v>0.24</c:v>
                </c:pt>
                <c:pt idx="96">
                  <c:v>0.22</c:v>
                </c:pt>
                <c:pt idx="97">
                  <c:v>0.2</c:v>
                </c:pt>
                <c:pt idx="98">
                  <c:v>0.18</c:v>
                </c:pt>
                <c:pt idx="99">
                  <c:v>0.2</c:v>
                </c:pt>
                <c:pt idx="100">
                  <c:v>0.22</c:v>
                </c:pt>
                <c:pt idx="101">
                  <c:v>0.22</c:v>
                </c:pt>
                <c:pt idx="102">
                  <c:v>0.26</c:v>
                </c:pt>
                <c:pt idx="103">
                  <c:v>0.26</c:v>
                </c:pt>
                <c:pt idx="104">
                  <c:v>0.28000000000000003</c:v>
                </c:pt>
                <c:pt idx="105">
                  <c:v>0.3</c:v>
                </c:pt>
                <c:pt idx="106">
                  <c:v>0.3</c:v>
                </c:pt>
                <c:pt idx="107">
                  <c:v>0.3</c:v>
                </c:pt>
                <c:pt idx="108">
                  <c:v>0.24</c:v>
                </c:pt>
                <c:pt idx="109">
                  <c:v>0.24</c:v>
                </c:pt>
                <c:pt idx="110">
                  <c:v>0.24</c:v>
                </c:pt>
                <c:pt idx="111">
                  <c:v>0.22</c:v>
                </c:pt>
                <c:pt idx="112">
                  <c:v>0.2</c:v>
                </c:pt>
                <c:pt idx="113">
                  <c:v>0.18</c:v>
                </c:pt>
                <c:pt idx="114">
                  <c:v>0.2</c:v>
                </c:pt>
                <c:pt idx="115">
                  <c:v>0.18</c:v>
                </c:pt>
                <c:pt idx="116">
                  <c:v>0.16</c:v>
                </c:pt>
                <c:pt idx="117">
                  <c:v>0.16</c:v>
                </c:pt>
                <c:pt idx="118">
                  <c:v>0.16</c:v>
                </c:pt>
                <c:pt idx="119">
                  <c:v>0.14000000000000001</c:v>
                </c:pt>
                <c:pt idx="120">
                  <c:v>0.14000000000000001</c:v>
                </c:pt>
                <c:pt idx="121">
                  <c:v>0.16</c:v>
                </c:pt>
                <c:pt idx="122">
                  <c:v>0.16</c:v>
                </c:pt>
                <c:pt idx="123">
                  <c:v>0.18</c:v>
                </c:pt>
                <c:pt idx="124">
                  <c:v>0.2</c:v>
                </c:pt>
                <c:pt idx="125">
                  <c:v>0.22</c:v>
                </c:pt>
                <c:pt idx="126">
                  <c:v>0.26</c:v>
                </c:pt>
                <c:pt idx="127">
                  <c:v>0.26</c:v>
                </c:pt>
                <c:pt idx="128">
                  <c:v>0.28000000000000003</c:v>
                </c:pt>
                <c:pt idx="129">
                  <c:v>0.28000000000000003</c:v>
                </c:pt>
                <c:pt idx="130">
                  <c:v>0.26</c:v>
                </c:pt>
                <c:pt idx="131">
                  <c:v>0.22</c:v>
                </c:pt>
                <c:pt idx="132">
                  <c:v>0.22</c:v>
                </c:pt>
                <c:pt idx="133">
                  <c:v>0.22</c:v>
                </c:pt>
                <c:pt idx="134">
                  <c:v>0.2</c:v>
                </c:pt>
                <c:pt idx="135">
                  <c:v>0.22</c:v>
                </c:pt>
                <c:pt idx="136">
                  <c:v>0.22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0.16</c:v>
                </c:pt>
                <c:pt idx="157">
                  <c:v>0.18</c:v>
                </c:pt>
                <c:pt idx="158">
                  <c:v>0.18</c:v>
                </c:pt>
                <c:pt idx="159">
                  <c:v>0.18</c:v>
                </c:pt>
                <c:pt idx="160">
                  <c:v>0.18</c:v>
                </c:pt>
                <c:pt idx="161">
                  <c:v>0.18</c:v>
                </c:pt>
                <c:pt idx="162">
                  <c:v>0.18</c:v>
                </c:pt>
                <c:pt idx="163">
                  <c:v>0.18</c:v>
                </c:pt>
                <c:pt idx="164">
                  <c:v>0.18</c:v>
                </c:pt>
                <c:pt idx="165">
                  <c:v>0.18</c:v>
                </c:pt>
                <c:pt idx="166">
                  <c:v>0.16</c:v>
                </c:pt>
                <c:pt idx="167">
                  <c:v>0.16</c:v>
                </c:pt>
                <c:pt idx="168">
                  <c:v>0.16</c:v>
                </c:pt>
                <c:pt idx="169">
                  <c:v>0.16</c:v>
                </c:pt>
                <c:pt idx="170">
                  <c:v>0.16</c:v>
                </c:pt>
                <c:pt idx="171">
                  <c:v>0.18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0.18</c:v>
                </c:pt>
                <c:pt idx="178">
                  <c:v>0.16</c:v>
                </c:pt>
                <c:pt idx="179">
                  <c:v>0.14000000000000001</c:v>
                </c:pt>
                <c:pt idx="180">
                  <c:v>0.14000000000000001</c:v>
                </c:pt>
                <c:pt idx="181">
                  <c:v>0.12</c:v>
                </c:pt>
                <c:pt idx="182">
                  <c:v>0.12</c:v>
                </c:pt>
                <c:pt idx="183">
                  <c:v>0.12</c:v>
                </c:pt>
                <c:pt idx="184">
                  <c:v>0.1</c:v>
                </c:pt>
                <c:pt idx="185">
                  <c:v>0.1</c:v>
                </c:pt>
                <c:pt idx="186">
                  <c:v>0.1</c:v>
                </c:pt>
                <c:pt idx="187">
                  <c:v>0.1</c:v>
                </c:pt>
                <c:pt idx="188">
                  <c:v>0.1</c:v>
                </c:pt>
                <c:pt idx="189">
                  <c:v>0.08</c:v>
                </c:pt>
                <c:pt idx="190">
                  <c:v>0.08</c:v>
                </c:pt>
                <c:pt idx="191">
                  <c:v>0.1</c:v>
                </c:pt>
                <c:pt idx="192">
                  <c:v>0.08</c:v>
                </c:pt>
                <c:pt idx="193">
                  <c:v>0.1</c:v>
                </c:pt>
                <c:pt idx="194">
                  <c:v>0.12</c:v>
                </c:pt>
                <c:pt idx="195">
                  <c:v>0.14000000000000001</c:v>
                </c:pt>
                <c:pt idx="196">
                  <c:v>0.16</c:v>
                </c:pt>
                <c:pt idx="197">
                  <c:v>0.18</c:v>
                </c:pt>
                <c:pt idx="198">
                  <c:v>0.2</c:v>
                </c:pt>
                <c:pt idx="199">
                  <c:v>0.22</c:v>
                </c:pt>
                <c:pt idx="200">
                  <c:v>0.22</c:v>
                </c:pt>
                <c:pt idx="201">
                  <c:v>0.2</c:v>
                </c:pt>
                <c:pt idx="202">
                  <c:v>0.18</c:v>
                </c:pt>
                <c:pt idx="203">
                  <c:v>0.16</c:v>
                </c:pt>
                <c:pt idx="204">
                  <c:v>0.16</c:v>
                </c:pt>
                <c:pt idx="205">
                  <c:v>0.14000000000000001</c:v>
                </c:pt>
                <c:pt idx="206">
                  <c:v>0.14000000000000001</c:v>
                </c:pt>
                <c:pt idx="207">
                  <c:v>0.14000000000000001</c:v>
                </c:pt>
                <c:pt idx="208">
                  <c:v>0.12</c:v>
                </c:pt>
                <c:pt idx="209">
                  <c:v>0.12</c:v>
                </c:pt>
                <c:pt idx="210">
                  <c:v>0.12</c:v>
                </c:pt>
                <c:pt idx="211">
                  <c:v>0.12</c:v>
                </c:pt>
                <c:pt idx="212">
                  <c:v>0.12</c:v>
                </c:pt>
                <c:pt idx="213">
                  <c:v>0.1</c:v>
                </c:pt>
                <c:pt idx="214">
                  <c:v>0.1</c:v>
                </c:pt>
                <c:pt idx="215">
                  <c:v>0.12</c:v>
                </c:pt>
                <c:pt idx="216">
                  <c:v>0.12</c:v>
                </c:pt>
                <c:pt idx="217">
                  <c:v>0.12</c:v>
                </c:pt>
                <c:pt idx="218">
                  <c:v>0.14000000000000001</c:v>
                </c:pt>
                <c:pt idx="219">
                  <c:v>0.14000000000000001</c:v>
                </c:pt>
                <c:pt idx="220">
                  <c:v>0.16</c:v>
                </c:pt>
                <c:pt idx="221">
                  <c:v>0.2</c:v>
                </c:pt>
                <c:pt idx="222">
                  <c:v>0.2</c:v>
                </c:pt>
                <c:pt idx="223">
                  <c:v>0.2</c:v>
                </c:pt>
                <c:pt idx="224">
                  <c:v>0.2</c:v>
                </c:pt>
                <c:pt idx="225">
                  <c:v>0.2</c:v>
                </c:pt>
                <c:pt idx="226">
                  <c:v>0.2</c:v>
                </c:pt>
                <c:pt idx="227">
                  <c:v>0.2</c:v>
                </c:pt>
                <c:pt idx="228">
                  <c:v>0.16</c:v>
                </c:pt>
                <c:pt idx="229">
                  <c:v>0.16</c:v>
                </c:pt>
                <c:pt idx="230">
                  <c:v>0.14000000000000001</c:v>
                </c:pt>
                <c:pt idx="231">
                  <c:v>0.14000000000000001</c:v>
                </c:pt>
                <c:pt idx="232">
                  <c:v>0.14000000000000001</c:v>
                </c:pt>
                <c:pt idx="233">
                  <c:v>0.14000000000000001</c:v>
                </c:pt>
                <c:pt idx="234">
                  <c:v>0.14000000000000001</c:v>
                </c:pt>
                <c:pt idx="235">
                  <c:v>0.16</c:v>
                </c:pt>
                <c:pt idx="236">
                  <c:v>0.16</c:v>
                </c:pt>
                <c:pt idx="237">
                  <c:v>0.16</c:v>
                </c:pt>
                <c:pt idx="238">
                  <c:v>0.16</c:v>
                </c:pt>
                <c:pt idx="239">
                  <c:v>0.18</c:v>
                </c:pt>
                <c:pt idx="240">
                  <c:v>0.18</c:v>
                </c:pt>
                <c:pt idx="241">
                  <c:v>0.2</c:v>
                </c:pt>
                <c:pt idx="242">
                  <c:v>0.2</c:v>
                </c:pt>
                <c:pt idx="243">
                  <c:v>0.2</c:v>
                </c:pt>
                <c:pt idx="244">
                  <c:v>0.2</c:v>
                </c:pt>
                <c:pt idx="245">
                  <c:v>0.2</c:v>
                </c:pt>
                <c:pt idx="246">
                  <c:v>0.16</c:v>
                </c:pt>
                <c:pt idx="247">
                  <c:v>0.16</c:v>
                </c:pt>
                <c:pt idx="248">
                  <c:v>0.16</c:v>
                </c:pt>
                <c:pt idx="249">
                  <c:v>0.16</c:v>
                </c:pt>
                <c:pt idx="250">
                  <c:v>0.16</c:v>
                </c:pt>
                <c:pt idx="251">
                  <c:v>0.16</c:v>
                </c:pt>
                <c:pt idx="252">
                  <c:v>0.16</c:v>
                </c:pt>
                <c:pt idx="253">
                  <c:v>0.16</c:v>
                </c:pt>
                <c:pt idx="254">
                  <c:v>0.16</c:v>
                </c:pt>
                <c:pt idx="255">
                  <c:v>0.16</c:v>
                </c:pt>
                <c:pt idx="256">
                  <c:v>0.16</c:v>
                </c:pt>
                <c:pt idx="257">
                  <c:v>0.14000000000000001</c:v>
                </c:pt>
                <c:pt idx="258">
                  <c:v>0.14000000000000001</c:v>
                </c:pt>
                <c:pt idx="259">
                  <c:v>0.12</c:v>
                </c:pt>
                <c:pt idx="260">
                  <c:v>0.14000000000000001</c:v>
                </c:pt>
                <c:pt idx="261">
                  <c:v>0.16</c:v>
                </c:pt>
                <c:pt idx="262">
                  <c:v>0.16</c:v>
                </c:pt>
                <c:pt idx="263">
                  <c:v>0.18</c:v>
                </c:pt>
                <c:pt idx="264">
                  <c:v>0.2</c:v>
                </c:pt>
                <c:pt idx="265">
                  <c:v>0.2</c:v>
                </c:pt>
                <c:pt idx="266">
                  <c:v>0.22</c:v>
                </c:pt>
                <c:pt idx="267">
                  <c:v>0.2</c:v>
                </c:pt>
                <c:pt idx="268">
                  <c:v>0.2</c:v>
                </c:pt>
                <c:pt idx="269">
                  <c:v>0.22</c:v>
                </c:pt>
                <c:pt idx="270">
                  <c:v>0.2</c:v>
                </c:pt>
                <c:pt idx="271">
                  <c:v>0.2</c:v>
                </c:pt>
                <c:pt idx="272">
                  <c:v>0.18</c:v>
                </c:pt>
                <c:pt idx="273">
                  <c:v>0.16</c:v>
                </c:pt>
                <c:pt idx="274">
                  <c:v>0.16</c:v>
                </c:pt>
                <c:pt idx="275">
                  <c:v>0.16</c:v>
                </c:pt>
                <c:pt idx="276">
                  <c:v>0.14000000000000001</c:v>
                </c:pt>
                <c:pt idx="277">
                  <c:v>0.14000000000000001</c:v>
                </c:pt>
                <c:pt idx="278">
                  <c:v>0.14000000000000001</c:v>
                </c:pt>
                <c:pt idx="279">
                  <c:v>0.14000000000000001</c:v>
                </c:pt>
                <c:pt idx="280">
                  <c:v>0.14000000000000001</c:v>
                </c:pt>
                <c:pt idx="281">
                  <c:v>0.14000000000000001</c:v>
                </c:pt>
                <c:pt idx="282">
                  <c:v>0.14000000000000001</c:v>
                </c:pt>
                <c:pt idx="283">
                  <c:v>0.12</c:v>
                </c:pt>
                <c:pt idx="284">
                  <c:v>0.12</c:v>
                </c:pt>
                <c:pt idx="285">
                  <c:v>0.14000000000000001</c:v>
                </c:pt>
                <c:pt idx="286">
                  <c:v>0.14000000000000001</c:v>
                </c:pt>
                <c:pt idx="287">
                  <c:v>0.16</c:v>
                </c:pt>
                <c:pt idx="288">
                  <c:v>0.2</c:v>
                </c:pt>
                <c:pt idx="289">
                  <c:v>0.2</c:v>
                </c:pt>
                <c:pt idx="290">
                  <c:v>0.22</c:v>
                </c:pt>
                <c:pt idx="291">
                  <c:v>0.22</c:v>
                </c:pt>
                <c:pt idx="292">
                  <c:v>0.24</c:v>
                </c:pt>
                <c:pt idx="293">
                  <c:v>0.24</c:v>
                </c:pt>
                <c:pt idx="294">
                  <c:v>0.2</c:v>
                </c:pt>
                <c:pt idx="295">
                  <c:v>0.2</c:v>
                </c:pt>
                <c:pt idx="296">
                  <c:v>0.16</c:v>
                </c:pt>
                <c:pt idx="297">
                  <c:v>0.16</c:v>
                </c:pt>
                <c:pt idx="298">
                  <c:v>0.14000000000000001</c:v>
                </c:pt>
                <c:pt idx="299">
                  <c:v>0.14000000000000001</c:v>
                </c:pt>
                <c:pt idx="300">
                  <c:v>0.12</c:v>
                </c:pt>
                <c:pt idx="301">
                  <c:v>0.12</c:v>
                </c:pt>
                <c:pt idx="302">
                  <c:v>0.1</c:v>
                </c:pt>
                <c:pt idx="303">
                  <c:v>0.1</c:v>
                </c:pt>
                <c:pt idx="304">
                  <c:v>0.1</c:v>
                </c:pt>
                <c:pt idx="305">
                  <c:v>0.1</c:v>
                </c:pt>
                <c:pt idx="306">
                  <c:v>0.1</c:v>
                </c:pt>
                <c:pt idx="307">
                  <c:v>0.1</c:v>
                </c:pt>
                <c:pt idx="308">
                  <c:v>0.12</c:v>
                </c:pt>
                <c:pt idx="309">
                  <c:v>0.14000000000000001</c:v>
                </c:pt>
                <c:pt idx="310">
                  <c:v>0.18</c:v>
                </c:pt>
                <c:pt idx="311">
                  <c:v>0.18</c:v>
                </c:pt>
                <c:pt idx="312">
                  <c:v>0.2</c:v>
                </c:pt>
                <c:pt idx="313">
                  <c:v>0.22</c:v>
                </c:pt>
                <c:pt idx="314">
                  <c:v>0.22</c:v>
                </c:pt>
                <c:pt idx="315">
                  <c:v>0.24</c:v>
                </c:pt>
                <c:pt idx="316">
                  <c:v>0.22</c:v>
                </c:pt>
                <c:pt idx="317">
                  <c:v>0.22</c:v>
                </c:pt>
                <c:pt idx="318">
                  <c:v>0.2</c:v>
                </c:pt>
                <c:pt idx="319">
                  <c:v>0.16</c:v>
                </c:pt>
                <c:pt idx="320">
                  <c:v>0.18</c:v>
                </c:pt>
                <c:pt idx="321">
                  <c:v>0.16</c:v>
                </c:pt>
                <c:pt idx="322">
                  <c:v>0.16</c:v>
                </c:pt>
                <c:pt idx="323">
                  <c:v>0.18</c:v>
                </c:pt>
                <c:pt idx="324">
                  <c:v>0.18</c:v>
                </c:pt>
                <c:pt idx="325">
                  <c:v>0.16</c:v>
                </c:pt>
                <c:pt idx="326">
                  <c:v>0.16</c:v>
                </c:pt>
                <c:pt idx="327">
                  <c:v>0.16</c:v>
                </c:pt>
                <c:pt idx="328">
                  <c:v>0.16</c:v>
                </c:pt>
                <c:pt idx="329">
                  <c:v>0.16</c:v>
                </c:pt>
                <c:pt idx="330">
                  <c:v>0.14000000000000001</c:v>
                </c:pt>
                <c:pt idx="331">
                  <c:v>0.14000000000000001</c:v>
                </c:pt>
                <c:pt idx="332">
                  <c:v>0.14000000000000001</c:v>
                </c:pt>
                <c:pt idx="333">
                  <c:v>0.16</c:v>
                </c:pt>
                <c:pt idx="334">
                  <c:v>0.18</c:v>
                </c:pt>
                <c:pt idx="335">
                  <c:v>0.2</c:v>
                </c:pt>
                <c:pt idx="336">
                  <c:v>0.24</c:v>
                </c:pt>
                <c:pt idx="337">
                  <c:v>0.28000000000000003</c:v>
                </c:pt>
                <c:pt idx="338">
                  <c:v>0.3</c:v>
                </c:pt>
                <c:pt idx="339">
                  <c:v>0.32</c:v>
                </c:pt>
                <c:pt idx="340">
                  <c:v>0.34</c:v>
                </c:pt>
                <c:pt idx="341">
                  <c:v>0.32</c:v>
                </c:pt>
                <c:pt idx="342">
                  <c:v>0.3</c:v>
                </c:pt>
                <c:pt idx="343">
                  <c:v>0.32</c:v>
                </c:pt>
                <c:pt idx="344">
                  <c:v>0.32</c:v>
                </c:pt>
                <c:pt idx="345">
                  <c:v>0.32</c:v>
                </c:pt>
                <c:pt idx="346">
                  <c:v>0.3</c:v>
                </c:pt>
                <c:pt idx="347">
                  <c:v>0.3</c:v>
                </c:pt>
                <c:pt idx="348">
                  <c:v>0.26</c:v>
                </c:pt>
                <c:pt idx="349">
                  <c:v>0.26</c:v>
                </c:pt>
                <c:pt idx="350">
                  <c:v>0.26</c:v>
                </c:pt>
                <c:pt idx="351">
                  <c:v>0.22</c:v>
                </c:pt>
                <c:pt idx="352">
                  <c:v>0.26</c:v>
                </c:pt>
                <c:pt idx="353">
                  <c:v>0.26</c:v>
                </c:pt>
                <c:pt idx="354">
                  <c:v>0.26</c:v>
                </c:pt>
                <c:pt idx="355">
                  <c:v>0.24</c:v>
                </c:pt>
                <c:pt idx="356">
                  <c:v>0.22</c:v>
                </c:pt>
                <c:pt idx="357">
                  <c:v>0.22</c:v>
                </c:pt>
                <c:pt idx="358">
                  <c:v>0.22</c:v>
                </c:pt>
                <c:pt idx="359">
                  <c:v>0.24</c:v>
                </c:pt>
                <c:pt idx="360">
                  <c:v>0.24</c:v>
                </c:pt>
                <c:pt idx="361">
                  <c:v>0.26</c:v>
                </c:pt>
                <c:pt idx="362">
                  <c:v>0.28000000000000003</c:v>
                </c:pt>
                <c:pt idx="363">
                  <c:v>0.26</c:v>
                </c:pt>
                <c:pt idx="364">
                  <c:v>0.24</c:v>
                </c:pt>
                <c:pt idx="365">
                  <c:v>0.22</c:v>
                </c:pt>
                <c:pt idx="366">
                  <c:v>0.2</c:v>
                </c:pt>
                <c:pt idx="367">
                  <c:v>0.18</c:v>
                </c:pt>
                <c:pt idx="368">
                  <c:v>0.18</c:v>
                </c:pt>
                <c:pt idx="369">
                  <c:v>0.18</c:v>
                </c:pt>
                <c:pt idx="370">
                  <c:v>0.2</c:v>
                </c:pt>
                <c:pt idx="371">
                  <c:v>0.2</c:v>
                </c:pt>
                <c:pt idx="372">
                  <c:v>0.2</c:v>
                </c:pt>
                <c:pt idx="373">
                  <c:v>0.2</c:v>
                </c:pt>
                <c:pt idx="374">
                  <c:v>0.18</c:v>
                </c:pt>
                <c:pt idx="375">
                  <c:v>0.18</c:v>
                </c:pt>
                <c:pt idx="376">
                  <c:v>0.18</c:v>
                </c:pt>
                <c:pt idx="377">
                  <c:v>0.18</c:v>
                </c:pt>
                <c:pt idx="378">
                  <c:v>0.18</c:v>
                </c:pt>
                <c:pt idx="379">
                  <c:v>0.16</c:v>
                </c:pt>
                <c:pt idx="380">
                  <c:v>0.16</c:v>
                </c:pt>
                <c:pt idx="381">
                  <c:v>0.16</c:v>
                </c:pt>
                <c:pt idx="382">
                  <c:v>0.16</c:v>
                </c:pt>
                <c:pt idx="383">
                  <c:v>0.16</c:v>
                </c:pt>
                <c:pt idx="384">
                  <c:v>0.18</c:v>
                </c:pt>
                <c:pt idx="385">
                  <c:v>0.18</c:v>
                </c:pt>
                <c:pt idx="386">
                  <c:v>0.18</c:v>
                </c:pt>
                <c:pt idx="387">
                  <c:v>0.2</c:v>
                </c:pt>
                <c:pt idx="388">
                  <c:v>0.2</c:v>
                </c:pt>
                <c:pt idx="389">
                  <c:v>0.2</c:v>
                </c:pt>
                <c:pt idx="390">
                  <c:v>0.18</c:v>
                </c:pt>
                <c:pt idx="391">
                  <c:v>0.18</c:v>
                </c:pt>
                <c:pt idx="392">
                  <c:v>0.16</c:v>
                </c:pt>
                <c:pt idx="393">
                  <c:v>0.16</c:v>
                </c:pt>
                <c:pt idx="394">
                  <c:v>0.14000000000000001</c:v>
                </c:pt>
                <c:pt idx="395">
                  <c:v>0.16</c:v>
                </c:pt>
                <c:pt idx="396">
                  <c:v>0.2</c:v>
                </c:pt>
                <c:pt idx="397">
                  <c:v>0.2</c:v>
                </c:pt>
                <c:pt idx="398">
                  <c:v>0.22</c:v>
                </c:pt>
                <c:pt idx="399">
                  <c:v>0.22</c:v>
                </c:pt>
                <c:pt idx="400">
                  <c:v>0.22</c:v>
                </c:pt>
                <c:pt idx="401">
                  <c:v>0.22</c:v>
                </c:pt>
                <c:pt idx="402">
                  <c:v>0.22</c:v>
                </c:pt>
                <c:pt idx="403">
                  <c:v>0.22</c:v>
                </c:pt>
                <c:pt idx="404">
                  <c:v>0.22</c:v>
                </c:pt>
                <c:pt idx="405">
                  <c:v>0.22</c:v>
                </c:pt>
                <c:pt idx="406">
                  <c:v>0.22</c:v>
                </c:pt>
                <c:pt idx="407">
                  <c:v>0.22</c:v>
                </c:pt>
                <c:pt idx="408">
                  <c:v>0.22</c:v>
                </c:pt>
                <c:pt idx="409">
                  <c:v>0.22</c:v>
                </c:pt>
                <c:pt idx="410">
                  <c:v>0.22</c:v>
                </c:pt>
                <c:pt idx="411">
                  <c:v>0.22</c:v>
                </c:pt>
                <c:pt idx="412">
                  <c:v>0.22</c:v>
                </c:pt>
                <c:pt idx="413">
                  <c:v>0.22</c:v>
                </c:pt>
                <c:pt idx="414">
                  <c:v>0.24</c:v>
                </c:pt>
                <c:pt idx="415">
                  <c:v>0.24</c:v>
                </c:pt>
                <c:pt idx="416">
                  <c:v>0.24</c:v>
                </c:pt>
                <c:pt idx="417">
                  <c:v>0.26</c:v>
                </c:pt>
                <c:pt idx="418">
                  <c:v>0.28000000000000003</c:v>
                </c:pt>
                <c:pt idx="419">
                  <c:v>0.3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0.36</c:v>
                </c:pt>
                <c:pt idx="425">
                  <c:v>0.34</c:v>
                </c:pt>
                <c:pt idx="426">
                  <c:v>0.32</c:v>
                </c:pt>
                <c:pt idx="427">
                  <c:v>0.32</c:v>
                </c:pt>
                <c:pt idx="428">
                  <c:v>0.32</c:v>
                </c:pt>
                <c:pt idx="429">
                  <c:v>0.3</c:v>
                </c:pt>
                <c:pt idx="430">
                  <c:v>0.3</c:v>
                </c:pt>
                <c:pt idx="431">
                  <c:v>0.26</c:v>
                </c:pt>
                <c:pt idx="432">
                  <c:v>0.26</c:v>
                </c:pt>
                <c:pt idx="433">
                  <c:v>0.26</c:v>
                </c:pt>
                <c:pt idx="434">
                  <c:v>0.26</c:v>
                </c:pt>
                <c:pt idx="435">
                  <c:v>0.26</c:v>
                </c:pt>
                <c:pt idx="436">
                  <c:v>0.24</c:v>
                </c:pt>
                <c:pt idx="437">
                  <c:v>0.22</c:v>
                </c:pt>
                <c:pt idx="438">
                  <c:v>0.22</c:v>
                </c:pt>
                <c:pt idx="439">
                  <c:v>0.22</c:v>
                </c:pt>
                <c:pt idx="440">
                  <c:v>0.24</c:v>
                </c:pt>
                <c:pt idx="441">
                  <c:v>0.26</c:v>
                </c:pt>
                <c:pt idx="442">
                  <c:v>0.28000000000000003</c:v>
                </c:pt>
                <c:pt idx="443">
                  <c:v>0.3</c:v>
                </c:pt>
                <c:pt idx="444">
                  <c:v>0.28000000000000003</c:v>
                </c:pt>
                <c:pt idx="445">
                  <c:v>0.3</c:v>
                </c:pt>
                <c:pt idx="446">
                  <c:v>0.32</c:v>
                </c:pt>
                <c:pt idx="447">
                  <c:v>0.3</c:v>
                </c:pt>
                <c:pt idx="448">
                  <c:v>0.3</c:v>
                </c:pt>
                <c:pt idx="449">
                  <c:v>0.26</c:v>
                </c:pt>
                <c:pt idx="450">
                  <c:v>0.26</c:v>
                </c:pt>
                <c:pt idx="451">
                  <c:v>0.26</c:v>
                </c:pt>
                <c:pt idx="452">
                  <c:v>0.24</c:v>
                </c:pt>
                <c:pt idx="453">
                  <c:v>0.24</c:v>
                </c:pt>
                <c:pt idx="454">
                  <c:v>0.24</c:v>
                </c:pt>
                <c:pt idx="455">
                  <c:v>0.24</c:v>
                </c:pt>
                <c:pt idx="456">
                  <c:v>0.24</c:v>
                </c:pt>
                <c:pt idx="457">
                  <c:v>0.24</c:v>
                </c:pt>
                <c:pt idx="458">
                  <c:v>0.22</c:v>
                </c:pt>
                <c:pt idx="459">
                  <c:v>0.22</c:v>
                </c:pt>
                <c:pt idx="460">
                  <c:v>0.24</c:v>
                </c:pt>
                <c:pt idx="461">
                  <c:v>0.22</c:v>
                </c:pt>
                <c:pt idx="462">
                  <c:v>0.2</c:v>
                </c:pt>
                <c:pt idx="463">
                  <c:v>0.2</c:v>
                </c:pt>
                <c:pt idx="464">
                  <c:v>0.2</c:v>
                </c:pt>
                <c:pt idx="465">
                  <c:v>0.2</c:v>
                </c:pt>
                <c:pt idx="466">
                  <c:v>0.22</c:v>
                </c:pt>
                <c:pt idx="467">
                  <c:v>0.22</c:v>
                </c:pt>
                <c:pt idx="468">
                  <c:v>0.2</c:v>
                </c:pt>
                <c:pt idx="469">
                  <c:v>0.2</c:v>
                </c:pt>
                <c:pt idx="470">
                  <c:v>0.16</c:v>
                </c:pt>
                <c:pt idx="471">
                  <c:v>0.16</c:v>
                </c:pt>
                <c:pt idx="472">
                  <c:v>0.14000000000000001</c:v>
                </c:pt>
                <c:pt idx="473">
                  <c:v>0.12</c:v>
                </c:pt>
                <c:pt idx="474">
                  <c:v>0.12</c:v>
                </c:pt>
                <c:pt idx="475">
                  <c:v>0.1</c:v>
                </c:pt>
                <c:pt idx="476">
                  <c:v>0.08</c:v>
                </c:pt>
                <c:pt idx="477">
                  <c:v>0.06</c:v>
                </c:pt>
                <c:pt idx="478">
                  <c:v>0.06</c:v>
                </c:pt>
                <c:pt idx="479">
                  <c:v>0.04</c:v>
                </c:pt>
                <c:pt idx="480">
                  <c:v>0.04</c:v>
                </c:pt>
                <c:pt idx="481">
                  <c:v>0.04</c:v>
                </c:pt>
                <c:pt idx="482">
                  <c:v>0.04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0.04</c:v>
                </c:pt>
                <c:pt idx="488">
                  <c:v>0.04</c:v>
                </c:pt>
                <c:pt idx="489">
                  <c:v>0.06</c:v>
                </c:pt>
                <c:pt idx="490">
                  <c:v>0.06</c:v>
                </c:pt>
                <c:pt idx="491">
                  <c:v>0.08</c:v>
                </c:pt>
                <c:pt idx="492">
                  <c:v>0.1</c:v>
                </c:pt>
                <c:pt idx="493">
                  <c:v>0.12</c:v>
                </c:pt>
                <c:pt idx="494">
                  <c:v>0.12</c:v>
                </c:pt>
                <c:pt idx="495">
                  <c:v>0.12</c:v>
                </c:pt>
                <c:pt idx="496">
                  <c:v>0.08</c:v>
                </c:pt>
                <c:pt idx="497">
                  <c:v>0.08</c:v>
                </c:pt>
                <c:pt idx="498">
                  <c:v>0.06</c:v>
                </c:pt>
                <c:pt idx="499">
                  <c:v>0.06</c:v>
                </c:pt>
                <c:pt idx="500">
                  <c:v>0.06</c:v>
                </c:pt>
                <c:pt idx="501">
                  <c:v>0.04</c:v>
                </c:pt>
                <c:pt idx="502">
                  <c:v>0.04</c:v>
                </c:pt>
                <c:pt idx="503">
                  <c:v>0.04</c:v>
                </c:pt>
                <c:pt idx="504">
                  <c:v>0</c:v>
                </c:pt>
                <c:pt idx="505">
                  <c:v>0</c:v>
                </c:pt>
                <c:pt idx="506">
                  <c:v>0.04</c:v>
                </c:pt>
                <c:pt idx="507">
                  <c:v>0.04</c:v>
                </c:pt>
                <c:pt idx="508">
                  <c:v>0.08</c:v>
                </c:pt>
                <c:pt idx="509">
                  <c:v>0.06</c:v>
                </c:pt>
                <c:pt idx="510">
                  <c:v>0.1</c:v>
                </c:pt>
                <c:pt idx="511">
                  <c:v>0.14000000000000001</c:v>
                </c:pt>
                <c:pt idx="512">
                  <c:v>0.14000000000000001</c:v>
                </c:pt>
                <c:pt idx="513">
                  <c:v>0.16</c:v>
                </c:pt>
                <c:pt idx="514">
                  <c:v>0.14000000000000001</c:v>
                </c:pt>
                <c:pt idx="515">
                  <c:v>0.16</c:v>
                </c:pt>
                <c:pt idx="516">
                  <c:v>0.16</c:v>
                </c:pt>
                <c:pt idx="517">
                  <c:v>0.16</c:v>
                </c:pt>
                <c:pt idx="518">
                  <c:v>0.14000000000000001</c:v>
                </c:pt>
                <c:pt idx="519">
                  <c:v>0.12</c:v>
                </c:pt>
                <c:pt idx="520">
                  <c:v>0.12</c:v>
                </c:pt>
                <c:pt idx="521">
                  <c:v>0.1</c:v>
                </c:pt>
                <c:pt idx="522">
                  <c:v>0.1</c:v>
                </c:pt>
                <c:pt idx="523">
                  <c:v>0.08</c:v>
                </c:pt>
                <c:pt idx="524">
                  <c:v>0.06</c:v>
                </c:pt>
                <c:pt idx="525">
                  <c:v>0.06</c:v>
                </c:pt>
                <c:pt idx="526">
                  <c:v>0.04</c:v>
                </c:pt>
                <c:pt idx="527">
                  <c:v>0.04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0.04</c:v>
                </c:pt>
                <c:pt idx="533">
                  <c:v>0.06</c:v>
                </c:pt>
                <c:pt idx="534">
                  <c:v>0.1</c:v>
                </c:pt>
                <c:pt idx="535">
                  <c:v>0.1</c:v>
                </c:pt>
                <c:pt idx="536">
                  <c:v>0.12</c:v>
                </c:pt>
                <c:pt idx="537">
                  <c:v>0.14000000000000001</c:v>
                </c:pt>
                <c:pt idx="538">
                  <c:v>0.14000000000000001</c:v>
                </c:pt>
                <c:pt idx="539">
                  <c:v>0.16</c:v>
                </c:pt>
                <c:pt idx="540">
                  <c:v>0.16</c:v>
                </c:pt>
                <c:pt idx="541">
                  <c:v>0.14000000000000001</c:v>
                </c:pt>
                <c:pt idx="542">
                  <c:v>0.14000000000000001</c:v>
                </c:pt>
                <c:pt idx="543">
                  <c:v>0.14000000000000001</c:v>
                </c:pt>
                <c:pt idx="544">
                  <c:v>0.14000000000000001</c:v>
                </c:pt>
                <c:pt idx="545">
                  <c:v>0.14000000000000001</c:v>
                </c:pt>
                <c:pt idx="546">
                  <c:v>0.14000000000000001</c:v>
                </c:pt>
                <c:pt idx="547">
                  <c:v>0.16</c:v>
                </c:pt>
                <c:pt idx="548">
                  <c:v>0.16</c:v>
                </c:pt>
                <c:pt idx="549">
                  <c:v>0.16</c:v>
                </c:pt>
                <c:pt idx="550">
                  <c:v>0.16</c:v>
                </c:pt>
                <c:pt idx="551">
                  <c:v>0.14000000000000001</c:v>
                </c:pt>
                <c:pt idx="552">
                  <c:v>0.14000000000000001</c:v>
                </c:pt>
                <c:pt idx="553">
                  <c:v>0.16</c:v>
                </c:pt>
                <c:pt idx="554">
                  <c:v>0.16</c:v>
                </c:pt>
                <c:pt idx="555">
                  <c:v>0.16</c:v>
                </c:pt>
                <c:pt idx="556">
                  <c:v>0.2</c:v>
                </c:pt>
                <c:pt idx="557">
                  <c:v>0.22</c:v>
                </c:pt>
                <c:pt idx="558">
                  <c:v>0.24</c:v>
                </c:pt>
                <c:pt idx="559">
                  <c:v>0.26</c:v>
                </c:pt>
                <c:pt idx="560">
                  <c:v>0.26</c:v>
                </c:pt>
                <c:pt idx="561">
                  <c:v>0.3</c:v>
                </c:pt>
                <c:pt idx="562">
                  <c:v>0.32</c:v>
                </c:pt>
                <c:pt idx="563">
                  <c:v>0.32</c:v>
                </c:pt>
                <c:pt idx="564">
                  <c:v>0.3</c:v>
                </c:pt>
                <c:pt idx="565">
                  <c:v>0.3</c:v>
                </c:pt>
                <c:pt idx="566">
                  <c:v>0.26</c:v>
                </c:pt>
                <c:pt idx="567">
                  <c:v>0.24</c:v>
                </c:pt>
                <c:pt idx="568">
                  <c:v>0.24</c:v>
                </c:pt>
                <c:pt idx="569">
                  <c:v>0.22</c:v>
                </c:pt>
                <c:pt idx="570">
                  <c:v>0.22</c:v>
                </c:pt>
                <c:pt idx="571">
                  <c:v>0.22</c:v>
                </c:pt>
                <c:pt idx="572">
                  <c:v>0.24</c:v>
                </c:pt>
                <c:pt idx="573">
                  <c:v>0.22</c:v>
                </c:pt>
                <c:pt idx="574">
                  <c:v>0.2</c:v>
                </c:pt>
                <c:pt idx="575">
                  <c:v>0.2</c:v>
                </c:pt>
                <c:pt idx="576">
                  <c:v>0.22</c:v>
                </c:pt>
                <c:pt idx="577">
                  <c:v>0.22</c:v>
                </c:pt>
                <c:pt idx="578">
                  <c:v>0.22</c:v>
                </c:pt>
                <c:pt idx="579">
                  <c:v>0.22</c:v>
                </c:pt>
                <c:pt idx="580">
                  <c:v>0.22</c:v>
                </c:pt>
                <c:pt idx="581">
                  <c:v>0.22</c:v>
                </c:pt>
                <c:pt idx="582">
                  <c:v>0.22</c:v>
                </c:pt>
                <c:pt idx="583">
                  <c:v>0.22</c:v>
                </c:pt>
                <c:pt idx="584">
                  <c:v>0.22</c:v>
                </c:pt>
                <c:pt idx="585">
                  <c:v>0.22</c:v>
                </c:pt>
                <c:pt idx="586">
                  <c:v>0.2</c:v>
                </c:pt>
                <c:pt idx="587">
                  <c:v>0.22</c:v>
                </c:pt>
                <c:pt idx="588">
                  <c:v>0.22</c:v>
                </c:pt>
                <c:pt idx="589">
                  <c:v>0.2</c:v>
                </c:pt>
                <c:pt idx="590">
                  <c:v>0.2</c:v>
                </c:pt>
                <c:pt idx="591">
                  <c:v>0.18</c:v>
                </c:pt>
                <c:pt idx="592">
                  <c:v>0.18</c:v>
                </c:pt>
                <c:pt idx="593">
                  <c:v>0.18</c:v>
                </c:pt>
                <c:pt idx="594">
                  <c:v>0.18</c:v>
                </c:pt>
                <c:pt idx="595">
                  <c:v>0.2</c:v>
                </c:pt>
                <c:pt idx="596">
                  <c:v>0.2</c:v>
                </c:pt>
                <c:pt idx="597">
                  <c:v>0.2</c:v>
                </c:pt>
                <c:pt idx="598">
                  <c:v>0.2</c:v>
                </c:pt>
                <c:pt idx="599">
                  <c:v>0.18</c:v>
                </c:pt>
                <c:pt idx="600">
                  <c:v>0.18</c:v>
                </c:pt>
                <c:pt idx="601">
                  <c:v>0.16</c:v>
                </c:pt>
                <c:pt idx="602">
                  <c:v>0.16</c:v>
                </c:pt>
                <c:pt idx="603">
                  <c:v>0.18</c:v>
                </c:pt>
                <c:pt idx="604">
                  <c:v>0.18</c:v>
                </c:pt>
                <c:pt idx="605">
                  <c:v>0.18</c:v>
                </c:pt>
                <c:pt idx="606">
                  <c:v>0.18</c:v>
                </c:pt>
                <c:pt idx="607">
                  <c:v>0.18</c:v>
                </c:pt>
                <c:pt idx="608">
                  <c:v>0.22</c:v>
                </c:pt>
                <c:pt idx="609">
                  <c:v>0.2</c:v>
                </c:pt>
                <c:pt idx="610">
                  <c:v>0.22</c:v>
                </c:pt>
                <c:pt idx="611">
                  <c:v>0.24</c:v>
                </c:pt>
                <c:pt idx="612">
                  <c:v>0.24</c:v>
                </c:pt>
                <c:pt idx="613">
                  <c:v>0.24</c:v>
                </c:pt>
                <c:pt idx="614">
                  <c:v>0.24</c:v>
                </c:pt>
                <c:pt idx="615">
                  <c:v>0.22</c:v>
                </c:pt>
                <c:pt idx="616">
                  <c:v>0.24</c:v>
                </c:pt>
                <c:pt idx="617">
                  <c:v>0.24</c:v>
                </c:pt>
                <c:pt idx="618">
                  <c:v>0.22</c:v>
                </c:pt>
                <c:pt idx="619">
                  <c:v>0.22</c:v>
                </c:pt>
                <c:pt idx="620">
                  <c:v>0.22</c:v>
                </c:pt>
                <c:pt idx="621">
                  <c:v>0.2</c:v>
                </c:pt>
                <c:pt idx="622">
                  <c:v>0.16</c:v>
                </c:pt>
                <c:pt idx="623">
                  <c:v>0.16</c:v>
                </c:pt>
                <c:pt idx="624">
                  <c:v>0.16</c:v>
                </c:pt>
                <c:pt idx="625">
                  <c:v>0.18</c:v>
                </c:pt>
                <c:pt idx="626">
                  <c:v>0.18</c:v>
                </c:pt>
                <c:pt idx="627">
                  <c:v>0.18</c:v>
                </c:pt>
                <c:pt idx="628">
                  <c:v>0.18</c:v>
                </c:pt>
                <c:pt idx="629">
                  <c:v>0.2</c:v>
                </c:pt>
                <c:pt idx="630">
                  <c:v>0.22</c:v>
                </c:pt>
                <c:pt idx="631">
                  <c:v>0.22</c:v>
                </c:pt>
                <c:pt idx="632">
                  <c:v>0.22</c:v>
                </c:pt>
                <c:pt idx="633">
                  <c:v>0.24</c:v>
                </c:pt>
                <c:pt idx="634">
                  <c:v>0.24</c:v>
                </c:pt>
                <c:pt idx="635">
                  <c:v>0.22</c:v>
                </c:pt>
                <c:pt idx="636">
                  <c:v>0.22</c:v>
                </c:pt>
                <c:pt idx="637">
                  <c:v>0.18</c:v>
                </c:pt>
                <c:pt idx="638">
                  <c:v>0.18</c:v>
                </c:pt>
                <c:pt idx="639">
                  <c:v>0.16</c:v>
                </c:pt>
                <c:pt idx="640">
                  <c:v>0.16</c:v>
                </c:pt>
                <c:pt idx="641">
                  <c:v>0.16</c:v>
                </c:pt>
                <c:pt idx="642">
                  <c:v>0.14000000000000001</c:v>
                </c:pt>
                <c:pt idx="643">
                  <c:v>0.16</c:v>
                </c:pt>
                <c:pt idx="644">
                  <c:v>0.14000000000000001</c:v>
                </c:pt>
                <c:pt idx="645">
                  <c:v>0.14000000000000001</c:v>
                </c:pt>
                <c:pt idx="646">
                  <c:v>0.14000000000000001</c:v>
                </c:pt>
                <c:pt idx="647">
                  <c:v>0.14000000000000001</c:v>
                </c:pt>
                <c:pt idx="648">
                  <c:v>0.14000000000000001</c:v>
                </c:pt>
                <c:pt idx="649">
                  <c:v>0.16</c:v>
                </c:pt>
                <c:pt idx="650">
                  <c:v>0.18</c:v>
                </c:pt>
                <c:pt idx="651">
                  <c:v>0.22</c:v>
                </c:pt>
                <c:pt idx="652">
                  <c:v>0.3</c:v>
                </c:pt>
                <c:pt idx="653">
                  <c:v>0.28000000000000003</c:v>
                </c:pt>
                <c:pt idx="654">
                  <c:v>0.28000000000000003</c:v>
                </c:pt>
                <c:pt idx="655">
                  <c:v>0.3</c:v>
                </c:pt>
                <c:pt idx="656">
                  <c:v>0.3</c:v>
                </c:pt>
                <c:pt idx="657">
                  <c:v>0.3</c:v>
                </c:pt>
                <c:pt idx="658">
                  <c:v>0.26</c:v>
                </c:pt>
                <c:pt idx="659">
                  <c:v>0.26</c:v>
                </c:pt>
                <c:pt idx="660">
                  <c:v>0.26</c:v>
                </c:pt>
                <c:pt idx="661">
                  <c:v>0.24</c:v>
                </c:pt>
                <c:pt idx="662">
                  <c:v>0.24</c:v>
                </c:pt>
                <c:pt idx="663">
                  <c:v>0.24</c:v>
                </c:pt>
                <c:pt idx="664">
                  <c:v>0.24</c:v>
                </c:pt>
                <c:pt idx="665">
                  <c:v>0.22</c:v>
                </c:pt>
                <c:pt idx="666">
                  <c:v>0.22</c:v>
                </c:pt>
                <c:pt idx="667">
                  <c:v>0.22</c:v>
                </c:pt>
                <c:pt idx="668">
                  <c:v>0.2</c:v>
                </c:pt>
                <c:pt idx="669">
                  <c:v>0.18</c:v>
                </c:pt>
                <c:pt idx="670">
                  <c:v>0.16</c:v>
                </c:pt>
                <c:pt idx="671">
                  <c:v>0.16</c:v>
                </c:pt>
                <c:pt idx="672">
                  <c:v>0.16</c:v>
                </c:pt>
                <c:pt idx="673">
                  <c:v>0.16</c:v>
                </c:pt>
                <c:pt idx="674">
                  <c:v>0.16</c:v>
                </c:pt>
                <c:pt idx="675">
                  <c:v>0.16</c:v>
                </c:pt>
                <c:pt idx="676">
                  <c:v>0.18</c:v>
                </c:pt>
                <c:pt idx="677">
                  <c:v>0.16</c:v>
                </c:pt>
                <c:pt idx="678">
                  <c:v>0.18</c:v>
                </c:pt>
                <c:pt idx="679">
                  <c:v>0.16</c:v>
                </c:pt>
                <c:pt idx="680">
                  <c:v>0.16</c:v>
                </c:pt>
                <c:pt idx="681">
                  <c:v>0.16</c:v>
                </c:pt>
                <c:pt idx="682">
                  <c:v>0.16</c:v>
                </c:pt>
                <c:pt idx="683">
                  <c:v>0.3</c:v>
                </c:pt>
                <c:pt idx="684">
                  <c:v>0.16</c:v>
                </c:pt>
                <c:pt idx="685">
                  <c:v>0.16</c:v>
                </c:pt>
                <c:pt idx="686">
                  <c:v>0.16</c:v>
                </c:pt>
                <c:pt idx="687">
                  <c:v>0.16</c:v>
                </c:pt>
                <c:pt idx="688">
                  <c:v>0.16</c:v>
                </c:pt>
                <c:pt idx="689">
                  <c:v>0.16</c:v>
                </c:pt>
                <c:pt idx="690">
                  <c:v>0.16</c:v>
                </c:pt>
                <c:pt idx="691">
                  <c:v>0.16</c:v>
                </c:pt>
                <c:pt idx="692">
                  <c:v>0.14000000000000001</c:v>
                </c:pt>
                <c:pt idx="693">
                  <c:v>0.14000000000000001</c:v>
                </c:pt>
                <c:pt idx="694">
                  <c:v>0.16</c:v>
                </c:pt>
                <c:pt idx="695">
                  <c:v>0.16</c:v>
                </c:pt>
                <c:pt idx="696">
                  <c:v>0.16</c:v>
                </c:pt>
                <c:pt idx="697">
                  <c:v>0.16</c:v>
                </c:pt>
                <c:pt idx="698">
                  <c:v>0.18</c:v>
                </c:pt>
                <c:pt idx="699">
                  <c:v>0.2</c:v>
                </c:pt>
                <c:pt idx="700">
                  <c:v>0.2</c:v>
                </c:pt>
                <c:pt idx="701">
                  <c:v>0.22</c:v>
                </c:pt>
                <c:pt idx="702">
                  <c:v>0.24</c:v>
                </c:pt>
                <c:pt idx="703">
                  <c:v>0.24</c:v>
                </c:pt>
                <c:pt idx="704">
                  <c:v>0.24</c:v>
                </c:pt>
                <c:pt idx="705">
                  <c:v>0.24</c:v>
                </c:pt>
                <c:pt idx="706">
                  <c:v>0.24</c:v>
                </c:pt>
                <c:pt idx="707">
                  <c:v>0.22</c:v>
                </c:pt>
                <c:pt idx="708">
                  <c:v>0.22</c:v>
                </c:pt>
                <c:pt idx="709">
                  <c:v>0.22</c:v>
                </c:pt>
                <c:pt idx="710">
                  <c:v>0.2</c:v>
                </c:pt>
                <c:pt idx="711">
                  <c:v>0.22</c:v>
                </c:pt>
                <c:pt idx="712">
                  <c:v>0.22</c:v>
                </c:pt>
                <c:pt idx="713">
                  <c:v>0.22</c:v>
                </c:pt>
                <c:pt idx="714">
                  <c:v>0.22</c:v>
                </c:pt>
                <c:pt idx="715">
                  <c:v>0.22</c:v>
                </c:pt>
                <c:pt idx="716">
                  <c:v>0.22</c:v>
                </c:pt>
                <c:pt idx="717">
                  <c:v>0.22</c:v>
                </c:pt>
                <c:pt idx="718">
                  <c:v>0.22</c:v>
                </c:pt>
                <c:pt idx="719">
                  <c:v>0.22</c:v>
                </c:pt>
                <c:pt idx="720">
                  <c:v>0.24</c:v>
                </c:pt>
                <c:pt idx="721">
                  <c:v>0.22</c:v>
                </c:pt>
                <c:pt idx="722">
                  <c:v>0.24</c:v>
                </c:pt>
                <c:pt idx="723">
                  <c:v>0.24</c:v>
                </c:pt>
                <c:pt idx="724">
                  <c:v>0.34</c:v>
                </c:pt>
                <c:pt idx="725">
                  <c:v>0</c:v>
                </c:pt>
                <c:pt idx="726">
                  <c:v>0</c:v>
                </c:pt>
                <c:pt idx="727">
                  <c:v>0.36</c:v>
                </c:pt>
                <c:pt idx="728">
                  <c:v>0.36</c:v>
                </c:pt>
                <c:pt idx="729">
                  <c:v>0.34</c:v>
                </c:pt>
                <c:pt idx="730">
                  <c:v>0.28000000000000003</c:v>
                </c:pt>
                <c:pt idx="731">
                  <c:v>0.24</c:v>
                </c:pt>
                <c:pt idx="732">
                  <c:v>0.22</c:v>
                </c:pt>
                <c:pt idx="733">
                  <c:v>0.22</c:v>
                </c:pt>
                <c:pt idx="734">
                  <c:v>0.2</c:v>
                </c:pt>
                <c:pt idx="735">
                  <c:v>0.2</c:v>
                </c:pt>
                <c:pt idx="736">
                  <c:v>0.2</c:v>
                </c:pt>
                <c:pt idx="737">
                  <c:v>0.18</c:v>
                </c:pt>
                <c:pt idx="738">
                  <c:v>0.18</c:v>
                </c:pt>
                <c:pt idx="739">
                  <c:v>0.16</c:v>
                </c:pt>
                <c:pt idx="740">
                  <c:v>0.16</c:v>
                </c:pt>
                <c:pt idx="741">
                  <c:v>0.14000000000000001</c:v>
                </c:pt>
                <c:pt idx="742">
                  <c:v>0.14000000000000001</c:v>
                </c:pt>
                <c:pt idx="743">
                  <c:v>0.16</c:v>
                </c:pt>
                <c:pt idx="744">
                  <c:v>0.18</c:v>
                </c:pt>
                <c:pt idx="745">
                  <c:v>0.18</c:v>
                </c:pt>
                <c:pt idx="746">
                  <c:v>0.2</c:v>
                </c:pt>
                <c:pt idx="747">
                  <c:v>0.2</c:v>
                </c:pt>
                <c:pt idx="748">
                  <c:v>0.22</c:v>
                </c:pt>
                <c:pt idx="749">
                  <c:v>0.22</c:v>
                </c:pt>
                <c:pt idx="750">
                  <c:v>0.22</c:v>
                </c:pt>
                <c:pt idx="751">
                  <c:v>0.2</c:v>
                </c:pt>
                <c:pt idx="752">
                  <c:v>0.2</c:v>
                </c:pt>
                <c:pt idx="753">
                  <c:v>0.2</c:v>
                </c:pt>
                <c:pt idx="754">
                  <c:v>0.2</c:v>
                </c:pt>
                <c:pt idx="755">
                  <c:v>0.18</c:v>
                </c:pt>
                <c:pt idx="756">
                  <c:v>0.18</c:v>
                </c:pt>
                <c:pt idx="757">
                  <c:v>0.2</c:v>
                </c:pt>
                <c:pt idx="758">
                  <c:v>0.2</c:v>
                </c:pt>
                <c:pt idx="759">
                  <c:v>0.16</c:v>
                </c:pt>
                <c:pt idx="760">
                  <c:v>0.14000000000000001</c:v>
                </c:pt>
                <c:pt idx="761">
                  <c:v>0.14000000000000001</c:v>
                </c:pt>
                <c:pt idx="762">
                  <c:v>0.14000000000000001</c:v>
                </c:pt>
                <c:pt idx="763">
                  <c:v>0.16</c:v>
                </c:pt>
                <c:pt idx="764">
                  <c:v>0.14000000000000001</c:v>
                </c:pt>
                <c:pt idx="765">
                  <c:v>0.14000000000000001</c:v>
                </c:pt>
                <c:pt idx="766">
                  <c:v>0.16</c:v>
                </c:pt>
                <c:pt idx="767">
                  <c:v>0.2</c:v>
                </c:pt>
                <c:pt idx="768">
                  <c:v>0.22</c:v>
                </c:pt>
                <c:pt idx="769">
                  <c:v>0.24</c:v>
                </c:pt>
                <c:pt idx="770">
                  <c:v>0.26</c:v>
                </c:pt>
                <c:pt idx="771">
                  <c:v>0.28000000000000003</c:v>
                </c:pt>
                <c:pt idx="772">
                  <c:v>0.28000000000000003</c:v>
                </c:pt>
                <c:pt idx="773">
                  <c:v>0.3</c:v>
                </c:pt>
                <c:pt idx="774">
                  <c:v>0.26</c:v>
                </c:pt>
                <c:pt idx="775">
                  <c:v>0.24</c:v>
                </c:pt>
                <c:pt idx="776">
                  <c:v>0.24</c:v>
                </c:pt>
                <c:pt idx="777">
                  <c:v>0.24</c:v>
                </c:pt>
                <c:pt idx="778">
                  <c:v>0.24</c:v>
                </c:pt>
                <c:pt idx="779">
                  <c:v>0.24</c:v>
                </c:pt>
                <c:pt idx="780">
                  <c:v>0.24</c:v>
                </c:pt>
                <c:pt idx="781">
                  <c:v>0.24</c:v>
                </c:pt>
                <c:pt idx="782">
                  <c:v>0.24</c:v>
                </c:pt>
                <c:pt idx="783">
                  <c:v>0.24</c:v>
                </c:pt>
                <c:pt idx="784">
                  <c:v>0.24</c:v>
                </c:pt>
                <c:pt idx="785">
                  <c:v>0.22</c:v>
                </c:pt>
                <c:pt idx="786">
                  <c:v>0.2</c:v>
                </c:pt>
                <c:pt idx="787">
                  <c:v>0.2</c:v>
                </c:pt>
                <c:pt idx="788">
                  <c:v>0.22</c:v>
                </c:pt>
                <c:pt idx="789">
                  <c:v>0.2</c:v>
                </c:pt>
                <c:pt idx="790">
                  <c:v>0.2</c:v>
                </c:pt>
                <c:pt idx="791">
                  <c:v>0.2</c:v>
                </c:pt>
                <c:pt idx="792">
                  <c:v>0.22</c:v>
                </c:pt>
                <c:pt idx="793">
                  <c:v>0.22</c:v>
                </c:pt>
                <c:pt idx="794">
                  <c:v>0.22</c:v>
                </c:pt>
                <c:pt idx="795">
                  <c:v>0.22</c:v>
                </c:pt>
                <c:pt idx="796">
                  <c:v>0.22</c:v>
                </c:pt>
                <c:pt idx="797">
                  <c:v>0.22</c:v>
                </c:pt>
                <c:pt idx="798">
                  <c:v>0.24</c:v>
                </c:pt>
                <c:pt idx="799">
                  <c:v>0.28000000000000003</c:v>
                </c:pt>
                <c:pt idx="800">
                  <c:v>0.28000000000000003</c:v>
                </c:pt>
                <c:pt idx="801">
                  <c:v>0.3</c:v>
                </c:pt>
                <c:pt idx="802">
                  <c:v>0.26</c:v>
                </c:pt>
                <c:pt idx="803">
                  <c:v>0.26</c:v>
                </c:pt>
                <c:pt idx="804">
                  <c:v>0.26</c:v>
                </c:pt>
                <c:pt idx="805">
                  <c:v>0.26</c:v>
                </c:pt>
                <c:pt idx="806">
                  <c:v>0.26</c:v>
                </c:pt>
                <c:pt idx="807">
                  <c:v>0.26</c:v>
                </c:pt>
                <c:pt idx="808">
                  <c:v>0.26</c:v>
                </c:pt>
                <c:pt idx="809">
                  <c:v>0.26</c:v>
                </c:pt>
                <c:pt idx="810">
                  <c:v>0.26</c:v>
                </c:pt>
                <c:pt idx="811">
                  <c:v>0.26</c:v>
                </c:pt>
                <c:pt idx="812">
                  <c:v>0.24</c:v>
                </c:pt>
                <c:pt idx="813">
                  <c:v>0.24</c:v>
                </c:pt>
                <c:pt idx="814">
                  <c:v>0.28000000000000003</c:v>
                </c:pt>
                <c:pt idx="815">
                  <c:v>0.3</c:v>
                </c:pt>
                <c:pt idx="816">
                  <c:v>0.32</c:v>
                </c:pt>
                <c:pt idx="817">
                  <c:v>0.34</c:v>
                </c:pt>
                <c:pt idx="818">
                  <c:v>0.34</c:v>
                </c:pt>
                <c:pt idx="819">
                  <c:v>0.34</c:v>
                </c:pt>
                <c:pt idx="820">
                  <c:v>0.34</c:v>
                </c:pt>
                <c:pt idx="821">
                  <c:v>0.34</c:v>
                </c:pt>
                <c:pt idx="822">
                  <c:v>0.34</c:v>
                </c:pt>
                <c:pt idx="823">
                  <c:v>0.3</c:v>
                </c:pt>
                <c:pt idx="824">
                  <c:v>0.28000000000000003</c:v>
                </c:pt>
                <c:pt idx="825">
                  <c:v>0.28000000000000003</c:v>
                </c:pt>
                <c:pt idx="826">
                  <c:v>0.26</c:v>
                </c:pt>
                <c:pt idx="827">
                  <c:v>0.26</c:v>
                </c:pt>
                <c:pt idx="828">
                  <c:v>0.24</c:v>
                </c:pt>
                <c:pt idx="829">
                  <c:v>0.24</c:v>
                </c:pt>
                <c:pt idx="830">
                  <c:v>0.22</c:v>
                </c:pt>
                <c:pt idx="831">
                  <c:v>0.2</c:v>
                </c:pt>
                <c:pt idx="832">
                  <c:v>0.2</c:v>
                </c:pt>
                <c:pt idx="833">
                  <c:v>0.2</c:v>
                </c:pt>
                <c:pt idx="834">
                  <c:v>0.2</c:v>
                </c:pt>
                <c:pt idx="835">
                  <c:v>0.18</c:v>
                </c:pt>
                <c:pt idx="836">
                  <c:v>0.18</c:v>
                </c:pt>
                <c:pt idx="837">
                  <c:v>0.16</c:v>
                </c:pt>
                <c:pt idx="838">
                  <c:v>0.22</c:v>
                </c:pt>
                <c:pt idx="839">
                  <c:v>0.24</c:v>
                </c:pt>
                <c:pt idx="840">
                  <c:v>0.3</c:v>
                </c:pt>
                <c:pt idx="841">
                  <c:v>0.32</c:v>
                </c:pt>
                <c:pt idx="842">
                  <c:v>0.36</c:v>
                </c:pt>
                <c:pt idx="843">
                  <c:v>0.36</c:v>
                </c:pt>
                <c:pt idx="844">
                  <c:v>0</c:v>
                </c:pt>
                <c:pt idx="845">
                  <c:v>0.36</c:v>
                </c:pt>
                <c:pt idx="846">
                  <c:v>0.32</c:v>
                </c:pt>
                <c:pt idx="847">
                  <c:v>0.34</c:v>
                </c:pt>
                <c:pt idx="848">
                  <c:v>0.32</c:v>
                </c:pt>
                <c:pt idx="849">
                  <c:v>0.32</c:v>
                </c:pt>
                <c:pt idx="850">
                  <c:v>0.32</c:v>
                </c:pt>
                <c:pt idx="851">
                  <c:v>0.28000000000000003</c:v>
                </c:pt>
                <c:pt idx="852">
                  <c:v>0.3</c:v>
                </c:pt>
                <c:pt idx="853">
                  <c:v>0.28000000000000003</c:v>
                </c:pt>
                <c:pt idx="854">
                  <c:v>0.28000000000000003</c:v>
                </c:pt>
                <c:pt idx="855">
                  <c:v>0.26</c:v>
                </c:pt>
                <c:pt idx="856">
                  <c:v>0.28000000000000003</c:v>
                </c:pt>
                <c:pt idx="857">
                  <c:v>0.26</c:v>
                </c:pt>
                <c:pt idx="858">
                  <c:v>0.26</c:v>
                </c:pt>
                <c:pt idx="859">
                  <c:v>0.26</c:v>
                </c:pt>
                <c:pt idx="860">
                  <c:v>0.24</c:v>
                </c:pt>
                <c:pt idx="861">
                  <c:v>0.24</c:v>
                </c:pt>
                <c:pt idx="862">
                  <c:v>0.24</c:v>
                </c:pt>
                <c:pt idx="863">
                  <c:v>0.22</c:v>
                </c:pt>
                <c:pt idx="864">
                  <c:v>0.22</c:v>
                </c:pt>
                <c:pt idx="865">
                  <c:v>0.24</c:v>
                </c:pt>
                <c:pt idx="866">
                  <c:v>0.24</c:v>
                </c:pt>
                <c:pt idx="867">
                  <c:v>0.22</c:v>
                </c:pt>
                <c:pt idx="868">
                  <c:v>0.22</c:v>
                </c:pt>
                <c:pt idx="869">
                  <c:v>0.22</c:v>
                </c:pt>
                <c:pt idx="870">
                  <c:v>0.22</c:v>
                </c:pt>
                <c:pt idx="871">
                  <c:v>0.2</c:v>
                </c:pt>
                <c:pt idx="872">
                  <c:v>0.16</c:v>
                </c:pt>
                <c:pt idx="873">
                  <c:v>0.16</c:v>
                </c:pt>
                <c:pt idx="874">
                  <c:v>0.14000000000000001</c:v>
                </c:pt>
                <c:pt idx="875">
                  <c:v>0.12</c:v>
                </c:pt>
                <c:pt idx="876">
                  <c:v>0.12</c:v>
                </c:pt>
                <c:pt idx="877">
                  <c:v>0.1</c:v>
                </c:pt>
                <c:pt idx="878">
                  <c:v>0.1</c:v>
                </c:pt>
                <c:pt idx="879">
                  <c:v>0.08</c:v>
                </c:pt>
                <c:pt idx="880">
                  <c:v>0.06</c:v>
                </c:pt>
                <c:pt idx="881">
                  <c:v>0.06</c:v>
                </c:pt>
                <c:pt idx="882">
                  <c:v>0.06</c:v>
                </c:pt>
                <c:pt idx="883">
                  <c:v>0.06</c:v>
                </c:pt>
                <c:pt idx="884">
                  <c:v>0.1</c:v>
                </c:pt>
                <c:pt idx="885">
                  <c:v>0.12</c:v>
                </c:pt>
                <c:pt idx="886">
                  <c:v>0.14000000000000001</c:v>
                </c:pt>
                <c:pt idx="887">
                  <c:v>0.14000000000000001</c:v>
                </c:pt>
                <c:pt idx="888">
                  <c:v>0.18</c:v>
                </c:pt>
                <c:pt idx="889">
                  <c:v>0.18</c:v>
                </c:pt>
                <c:pt idx="890">
                  <c:v>0.2</c:v>
                </c:pt>
                <c:pt idx="891">
                  <c:v>0.2</c:v>
                </c:pt>
                <c:pt idx="892">
                  <c:v>0.2</c:v>
                </c:pt>
                <c:pt idx="893">
                  <c:v>0.2</c:v>
                </c:pt>
                <c:pt idx="894">
                  <c:v>0.18</c:v>
                </c:pt>
                <c:pt idx="895">
                  <c:v>0.14000000000000001</c:v>
                </c:pt>
                <c:pt idx="896">
                  <c:v>0.14000000000000001</c:v>
                </c:pt>
                <c:pt idx="897">
                  <c:v>0.14000000000000001</c:v>
                </c:pt>
                <c:pt idx="898">
                  <c:v>0.16</c:v>
                </c:pt>
                <c:pt idx="899">
                  <c:v>0.16</c:v>
                </c:pt>
                <c:pt idx="900">
                  <c:v>0.14000000000000001</c:v>
                </c:pt>
                <c:pt idx="901">
                  <c:v>0.14000000000000001</c:v>
                </c:pt>
                <c:pt idx="902">
                  <c:v>0.14000000000000001</c:v>
                </c:pt>
                <c:pt idx="903">
                  <c:v>0.14000000000000001</c:v>
                </c:pt>
                <c:pt idx="904">
                  <c:v>0.12</c:v>
                </c:pt>
                <c:pt idx="905">
                  <c:v>0.12</c:v>
                </c:pt>
                <c:pt idx="906">
                  <c:v>0.1</c:v>
                </c:pt>
                <c:pt idx="907">
                  <c:v>0.1</c:v>
                </c:pt>
                <c:pt idx="908">
                  <c:v>0.12</c:v>
                </c:pt>
                <c:pt idx="909">
                  <c:v>0.12</c:v>
                </c:pt>
                <c:pt idx="910">
                  <c:v>0.14000000000000001</c:v>
                </c:pt>
                <c:pt idx="911">
                  <c:v>0.16</c:v>
                </c:pt>
                <c:pt idx="912">
                  <c:v>0.18</c:v>
                </c:pt>
                <c:pt idx="913">
                  <c:v>0.2</c:v>
                </c:pt>
                <c:pt idx="914">
                  <c:v>0.2</c:v>
                </c:pt>
                <c:pt idx="915">
                  <c:v>0.2</c:v>
                </c:pt>
                <c:pt idx="916">
                  <c:v>0.18</c:v>
                </c:pt>
                <c:pt idx="917">
                  <c:v>0.16</c:v>
                </c:pt>
                <c:pt idx="918">
                  <c:v>0.14000000000000001</c:v>
                </c:pt>
                <c:pt idx="919">
                  <c:v>0.14000000000000001</c:v>
                </c:pt>
                <c:pt idx="920">
                  <c:v>0.14000000000000001</c:v>
                </c:pt>
                <c:pt idx="921">
                  <c:v>0.12</c:v>
                </c:pt>
                <c:pt idx="922">
                  <c:v>0.12</c:v>
                </c:pt>
                <c:pt idx="923">
                  <c:v>0.1</c:v>
                </c:pt>
                <c:pt idx="924">
                  <c:v>0.1</c:v>
                </c:pt>
                <c:pt idx="925">
                  <c:v>0.1</c:v>
                </c:pt>
                <c:pt idx="926">
                  <c:v>0.08</c:v>
                </c:pt>
                <c:pt idx="927">
                  <c:v>0.1</c:v>
                </c:pt>
                <c:pt idx="928">
                  <c:v>0.08</c:v>
                </c:pt>
                <c:pt idx="929">
                  <c:v>0.1</c:v>
                </c:pt>
                <c:pt idx="930">
                  <c:v>0.12</c:v>
                </c:pt>
                <c:pt idx="931">
                  <c:v>0.14000000000000001</c:v>
                </c:pt>
                <c:pt idx="932">
                  <c:v>0.22</c:v>
                </c:pt>
                <c:pt idx="933">
                  <c:v>0.22</c:v>
                </c:pt>
                <c:pt idx="934">
                  <c:v>0.24</c:v>
                </c:pt>
                <c:pt idx="935">
                  <c:v>0.3</c:v>
                </c:pt>
                <c:pt idx="936">
                  <c:v>0.32</c:v>
                </c:pt>
                <c:pt idx="937">
                  <c:v>0.3</c:v>
                </c:pt>
                <c:pt idx="938">
                  <c:v>0.3</c:v>
                </c:pt>
                <c:pt idx="939">
                  <c:v>0.28000000000000003</c:v>
                </c:pt>
                <c:pt idx="940">
                  <c:v>0.26</c:v>
                </c:pt>
                <c:pt idx="941">
                  <c:v>0.22</c:v>
                </c:pt>
                <c:pt idx="942">
                  <c:v>0.2</c:v>
                </c:pt>
                <c:pt idx="943">
                  <c:v>0.2</c:v>
                </c:pt>
                <c:pt idx="944">
                  <c:v>0.18</c:v>
                </c:pt>
                <c:pt idx="945">
                  <c:v>0.16</c:v>
                </c:pt>
                <c:pt idx="946">
                  <c:v>0.14000000000000001</c:v>
                </c:pt>
                <c:pt idx="947">
                  <c:v>0.14000000000000001</c:v>
                </c:pt>
                <c:pt idx="948">
                  <c:v>0.12</c:v>
                </c:pt>
                <c:pt idx="949">
                  <c:v>0.12</c:v>
                </c:pt>
                <c:pt idx="950">
                  <c:v>0.12</c:v>
                </c:pt>
                <c:pt idx="951">
                  <c:v>0.12</c:v>
                </c:pt>
                <c:pt idx="952">
                  <c:v>0.12</c:v>
                </c:pt>
                <c:pt idx="953">
                  <c:v>0.14000000000000001</c:v>
                </c:pt>
                <c:pt idx="954">
                  <c:v>0.16</c:v>
                </c:pt>
                <c:pt idx="955">
                  <c:v>0.22</c:v>
                </c:pt>
                <c:pt idx="956">
                  <c:v>0.3</c:v>
                </c:pt>
                <c:pt idx="957">
                  <c:v>0.3</c:v>
                </c:pt>
                <c:pt idx="958">
                  <c:v>0.3</c:v>
                </c:pt>
                <c:pt idx="959">
                  <c:v>0.34</c:v>
                </c:pt>
                <c:pt idx="960">
                  <c:v>0.34</c:v>
                </c:pt>
                <c:pt idx="961">
                  <c:v>0.34</c:v>
                </c:pt>
                <c:pt idx="962">
                  <c:v>0.32</c:v>
                </c:pt>
                <c:pt idx="963">
                  <c:v>0.28000000000000003</c:v>
                </c:pt>
                <c:pt idx="964">
                  <c:v>0.28000000000000003</c:v>
                </c:pt>
                <c:pt idx="965">
                  <c:v>0.26</c:v>
                </c:pt>
                <c:pt idx="966">
                  <c:v>0.26</c:v>
                </c:pt>
                <c:pt idx="967">
                  <c:v>0.24</c:v>
                </c:pt>
                <c:pt idx="968">
                  <c:v>0.22</c:v>
                </c:pt>
                <c:pt idx="969">
                  <c:v>0.2</c:v>
                </c:pt>
                <c:pt idx="970">
                  <c:v>0.2</c:v>
                </c:pt>
                <c:pt idx="971">
                  <c:v>0.2</c:v>
                </c:pt>
                <c:pt idx="972">
                  <c:v>0.2</c:v>
                </c:pt>
                <c:pt idx="973">
                  <c:v>0.2</c:v>
                </c:pt>
                <c:pt idx="974">
                  <c:v>0.2</c:v>
                </c:pt>
                <c:pt idx="975">
                  <c:v>0.22</c:v>
                </c:pt>
                <c:pt idx="976">
                  <c:v>0.22</c:v>
                </c:pt>
                <c:pt idx="977">
                  <c:v>0.24</c:v>
                </c:pt>
                <c:pt idx="978">
                  <c:v>0.3</c:v>
                </c:pt>
                <c:pt idx="979">
                  <c:v>0.32</c:v>
                </c:pt>
                <c:pt idx="980">
                  <c:v>0.36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0.36</c:v>
                </c:pt>
                <c:pt idx="995">
                  <c:v>0.34</c:v>
                </c:pt>
                <c:pt idx="996">
                  <c:v>0.32</c:v>
                </c:pt>
                <c:pt idx="997">
                  <c:v>0.32</c:v>
                </c:pt>
                <c:pt idx="998">
                  <c:v>0.34</c:v>
                </c:pt>
                <c:pt idx="999">
                  <c:v>0.34</c:v>
                </c:pt>
              </c:numCache>
            </c:numRef>
          </c:xVal>
          <c:yVal>
            <c:numRef>
              <c:f>Final_Data!$W$2:$W$1001</c:f>
              <c:numCache>
                <c:formatCode>General</c:formatCode>
                <c:ptCount val="10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0.38</c:v>
                </c:pt>
                <c:pt idx="11">
                  <c:v>0</c:v>
                </c:pt>
                <c:pt idx="12">
                  <c:v>0.42</c:v>
                </c:pt>
                <c:pt idx="13">
                  <c:v>0.46</c:v>
                </c:pt>
                <c:pt idx="14">
                  <c:v>0.46</c:v>
                </c:pt>
                <c:pt idx="15">
                  <c:v>0.44</c:v>
                </c:pt>
                <c:pt idx="16">
                  <c:v>0.42</c:v>
                </c:pt>
                <c:pt idx="17">
                  <c:v>0.44</c:v>
                </c:pt>
                <c:pt idx="18">
                  <c:v>0.42</c:v>
                </c:pt>
                <c:pt idx="19">
                  <c:v>0.42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0.46</c:v>
                </c:pt>
                <c:pt idx="24">
                  <c:v>0.46</c:v>
                </c:pt>
                <c:pt idx="25">
                  <c:v>0.44</c:v>
                </c:pt>
                <c:pt idx="26">
                  <c:v>0.42</c:v>
                </c:pt>
                <c:pt idx="27">
                  <c:v>0.46</c:v>
                </c:pt>
                <c:pt idx="28">
                  <c:v>0.46</c:v>
                </c:pt>
                <c:pt idx="29">
                  <c:v>0.42</c:v>
                </c:pt>
                <c:pt idx="30">
                  <c:v>0.4</c:v>
                </c:pt>
                <c:pt idx="31">
                  <c:v>0.4</c:v>
                </c:pt>
                <c:pt idx="32">
                  <c:v>0.38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0.4</c:v>
                </c:pt>
                <c:pt idx="421">
                  <c:v>0.4</c:v>
                </c:pt>
                <c:pt idx="422">
                  <c:v>0.4</c:v>
                </c:pt>
                <c:pt idx="423">
                  <c:v>0.38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0.02</c:v>
                </c:pt>
                <c:pt idx="484">
                  <c:v>0.02</c:v>
                </c:pt>
                <c:pt idx="485">
                  <c:v>0.02</c:v>
                </c:pt>
                <c:pt idx="486">
                  <c:v>0.02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0.02</c:v>
                </c:pt>
                <c:pt idx="505">
                  <c:v>0.02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0.02</c:v>
                </c:pt>
                <c:pt idx="529">
                  <c:v>0.02</c:v>
                </c:pt>
                <c:pt idx="530">
                  <c:v>0.02</c:v>
                </c:pt>
                <c:pt idx="531">
                  <c:v>0.02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0.38</c:v>
                </c:pt>
                <c:pt idx="726">
                  <c:v>0.38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0.38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0.38</c:v>
                </c:pt>
                <c:pt idx="982">
                  <c:v>0.4</c:v>
                </c:pt>
                <c:pt idx="983">
                  <c:v>0.4</c:v>
                </c:pt>
                <c:pt idx="984">
                  <c:v>0.42</c:v>
                </c:pt>
                <c:pt idx="985">
                  <c:v>0.42</c:v>
                </c:pt>
                <c:pt idx="986">
                  <c:v>0.4</c:v>
                </c:pt>
                <c:pt idx="987">
                  <c:v>0.4</c:v>
                </c:pt>
                <c:pt idx="988">
                  <c:v>0.4</c:v>
                </c:pt>
                <c:pt idx="989">
                  <c:v>0.4</c:v>
                </c:pt>
                <c:pt idx="990">
                  <c:v>0.4</c:v>
                </c:pt>
                <c:pt idx="991">
                  <c:v>0.4</c:v>
                </c:pt>
                <c:pt idx="992">
                  <c:v>0.38</c:v>
                </c:pt>
                <c:pt idx="993">
                  <c:v>0.38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431-4F3F-BBEB-12C1FAFE3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2011808"/>
        <c:axId val="672004608"/>
      </c:scatterChart>
      <c:valAx>
        <c:axId val="672011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2004608"/>
        <c:crosses val="autoZero"/>
        <c:crossBetween val="midCat"/>
      </c:valAx>
      <c:valAx>
        <c:axId val="67200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20118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[dataset_1.xlsx]Pivots!PivotTable13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4000" b="1" dirty="0">
                <a:solidFill>
                  <a:schemeClr val="tx2">
                    <a:lumMod val="90000"/>
                  </a:schemeClr>
                </a:solidFill>
              </a:rPr>
              <a:t>Timing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1078164120613954E-2"/>
          <c:y val="6.9105538922155693E-2"/>
          <c:w val="0.93892183587938605"/>
          <c:h val="0.88734101678532695"/>
        </c:manualLayout>
      </c:layout>
      <c:lineChart>
        <c:grouping val="standard"/>
        <c:varyColors val="0"/>
        <c:ser>
          <c:idx val="0"/>
          <c:order val="0"/>
          <c:tx>
            <c:strRef>
              <c:f>Pivots!$B$3</c:f>
              <c:strCache>
                <c:ptCount val="1"/>
                <c:pt idx="0">
                  <c:v>Average of Total 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Pivots!$A$4:$A$28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Pivots!$B$4:$B$28</c:f>
              <c:numCache>
                <c:formatCode>0.00</c:formatCode>
                <c:ptCount val="24"/>
                <c:pt idx="0">
                  <c:v>16.348837209302324</c:v>
                </c:pt>
                <c:pt idx="1">
                  <c:v>10.697674418604651</c:v>
                </c:pt>
                <c:pt idx="2">
                  <c:v>7.1707317073170733</c:v>
                </c:pt>
                <c:pt idx="3">
                  <c:v>4.870967741935484</c:v>
                </c:pt>
                <c:pt idx="4">
                  <c:v>2.15625</c:v>
                </c:pt>
                <c:pt idx="5">
                  <c:v>4.2051282051282053</c:v>
                </c:pt>
                <c:pt idx="6">
                  <c:v>19.571428571428573</c:v>
                </c:pt>
                <c:pt idx="7">
                  <c:v>54.395348837209305</c:v>
                </c:pt>
                <c:pt idx="8">
                  <c:v>128.28571428571428</c:v>
                </c:pt>
                <c:pt idx="9">
                  <c:v>87.428571428571431</c:v>
                </c:pt>
                <c:pt idx="10">
                  <c:v>53.642857142857146</c:v>
                </c:pt>
                <c:pt idx="11">
                  <c:v>59.38095238095238</c:v>
                </c:pt>
                <c:pt idx="12">
                  <c:v>76.348837209302332</c:v>
                </c:pt>
                <c:pt idx="13">
                  <c:v>78.511627906976742</c:v>
                </c:pt>
                <c:pt idx="14">
                  <c:v>74.418604651162795</c:v>
                </c:pt>
                <c:pt idx="15">
                  <c:v>77.95348837209302</c:v>
                </c:pt>
                <c:pt idx="16">
                  <c:v>89.272727272727266</c:v>
                </c:pt>
                <c:pt idx="17">
                  <c:v>140.20454545454547</c:v>
                </c:pt>
                <c:pt idx="18">
                  <c:v>122.86046511627907</c:v>
                </c:pt>
                <c:pt idx="19">
                  <c:v>85.139534883720927</c:v>
                </c:pt>
                <c:pt idx="20">
                  <c:v>61.767441860465119</c:v>
                </c:pt>
                <c:pt idx="21">
                  <c:v>46.418604651162788</c:v>
                </c:pt>
                <c:pt idx="22">
                  <c:v>35.069767441860463</c:v>
                </c:pt>
                <c:pt idx="23">
                  <c:v>25.186046511627907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CE-45A5-B196-79FCF0963E40}"/>
            </c:ext>
          </c:extLst>
        </c:ser>
        <c:ser>
          <c:idx val="1"/>
          <c:order val="1"/>
          <c:tx>
            <c:strRef>
              <c:f>Pivots!$C$3</c:f>
              <c:strCache>
                <c:ptCount val="1"/>
                <c:pt idx="0">
                  <c:v>Average of Casual Booking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Pivots!$A$4:$A$28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Pivots!$C$4:$C$28</c:f>
              <c:numCache>
                <c:formatCode>0.00</c:formatCode>
                <c:ptCount val="24"/>
                <c:pt idx="0">
                  <c:v>1.7209302325581395</c:v>
                </c:pt>
                <c:pt idx="1">
                  <c:v>1.1162790697674418</c:v>
                </c:pt>
                <c:pt idx="2">
                  <c:v>0.80487804878048785</c:v>
                </c:pt>
                <c:pt idx="3">
                  <c:v>1.096774193548387</c:v>
                </c:pt>
                <c:pt idx="4">
                  <c:v>0.21875</c:v>
                </c:pt>
                <c:pt idx="5">
                  <c:v>7.6923076923076927E-2</c:v>
                </c:pt>
                <c:pt idx="6">
                  <c:v>0.5</c:v>
                </c:pt>
                <c:pt idx="7">
                  <c:v>1.4883720930232558</c:v>
                </c:pt>
                <c:pt idx="8">
                  <c:v>3.0238095238095237</c:v>
                </c:pt>
                <c:pt idx="9">
                  <c:v>4.0952380952380949</c:v>
                </c:pt>
                <c:pt idx="10">
                  <c:v>5.1428571428571432</c:v>
                </c:pt>
                <c:pt idx="11">
                  <c:v>8.7380952380952372</c:v>
                </c:pt>
                <c:pt idx="12">
                  <c:v>11.209302325581396</c:v>
                </c:pt>
                <c:pt idx="13">
                  <c:v>11.930232558139535</c:v>
                </c:pt>
                <c:pt idx="14">
                  <c:v>10.837209302325581</c:v>
                </c:pt>
                <c:pt idx="15">
                  <c:v>12.465116279069768</c:v>
                </c:pt>
                <c:pt idx="16">
                  <c:v>11.204545454545455</c:v>
                </c:pt>
                <c:pt idx="17">
                  <c:v>8.9772727272727266</c:v>
                </c:pt>
                <c:pt idx="18">
                  <c:v>5.1627906976744189</c:v>
                </c:pt>
                <c:pt idx="19">
                  <c:v>4.3488372093023253</c:v>
                </c:pt>
                <c:pt idx="20">
                  <c:v>3.2558139534883721</c:v>
                </c:pt>
                <c:pt idx="21">
                  <c:v>2.7209302325581395</c:v>
                </c:pt>
                <c:pt idx="22">
                  <c:v>2.3953488372093021</c:v>
                </c:pt>
                <c:pt idx="23">
                  <c:v>2.3488372093023258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CE-45A5-B196-79FCF0963E40}"/>
            </c:ext>
          </c:extLst>
        </c:ser>
        <c:ser>
          <c:idx val="2"/>
          <c:order val="2"/>
          <c:tx>
            <c:strRef>
              <c:f>Pivots!$D$3</c:f>
              <c:strCache>
                <c:ptCount val="1"/>
                <c:pt idx="0">
                  <c:v>Average of Registered Booking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Pivots!$A$4:$A$28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Pivots!$D$4:$D$28</c:f>
              <c:numCache>
                <c:formatCode>0.00</c:formatCode>
                <c:ptCount val="24"/>
                <c:pt idx="0">
                  <c:v>14.627906976744185</c:v>
                </c:pt>
                <c:pt idx="1">
                  <c:v>9.5813953488372086</c:v>
                </c:pt>
                <c:pt idx="2">
                  <c:v>6.3658536585365857</c:v>
                </c:pt>
                <c:pt idx="3">
                  <c:v>3.774193548387097</c:v>
                </c:pt>
                <c:pt idx="4">
                  <c:v>1.9375</c:v>
                </c:pt>
                <c:pt idx="5">
                  <c:v>4.1282051282051286</c:v>
                </c:pt>
                <c:pt idx="6">
                  <c:v>19.071428571428573</c:v>
                </c:pt>
                <c:pt idx="7">
                  <c:v>52.906976744186046</c:v>
                </c:pt>
                <c:pt idx="8">
                  <c:v>125.26190476190476</c:v>
                </c:pt>
                <c:pt idx="9">
                  <c:v>83.333333333333329</c:v>
                </c:pt>
                <c:pt idx="10">
                  <c:v>48.5</c:v>
                </c:pt>
                <c:pt idx="11">
                  <c:v>50.642857142857146</c:v>
                </c:pt>
                <c:pt idx="12">
                  <c:v>65.139534883720927</c:v>
                </c:pt>
                <c:pt idx="13">
                  <c:v>66.581395348837205</c:v>
                </c:pt>
                <c:pt idx="14">
                  <c:v>63.581395348837212</c:v>
                </c:pt>
                <c:pt idx="15">
                  <c:v>65.488372093023258</c:v>
                </c:pt>
                <c:pt idx="16">
                  <c:v>78.068181818181813</c:v>
                </c:pt>
                <c:pt idx="17">
                  <c:v>131.22727272727272</c:v>
                </c:pt>
                <c:pt idx="18">
                  <c:v>117.69767441860465</c:v>
                </c:pt>
                <c:pt idx="19">
                  <c:v>80.79069767441861</c:v>
                </c:pt>
                <c:pt idx="20">
                  <c:v>58.511627906976742</c:v>
                </c:pt>
                <c:pt idx="21">
                  <c:v>43.697674418604649</c:v>
                </c:pt>
                <c:pt idx="22">
                  <c:v>32.674418604651166</c:v>
                </c:pt>
                <c:pt idx="23">
                  <c:v>22.837209302325583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6CE-45A5-B196-79FCF0963E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3496064"/>
        <c:axId val="1893504704"/>
      </c:lineChart>
      <c:catAx>
        <c:axId val="189349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3504704"/>
        <c:crosses val="autoZero"/>
        <c:auto val="1"/>
        <c:lblAlgn val="ctr"/>
        <c:lblOffset val="100"/>
        <c:noMultiLvlLbl val="0"/>
      </c:catAx>
      <c:valAx>
        <c:axId val="189350470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3496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7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>
            <a:alpha val="25000"/>
          </a:schemeClr>
        </a:solidFill>
        <a:round/>
      </a:ln>
    </cs:spPr>
    <cs:defRPr sz="1197" b="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gradFill>
          <a:gsLst>
            <a:gs pos="79000">
              <a:schemeClr val="phClr"/>
            </a:gs>
            <a:gs pos="0">
              <a:schemeClr val="lt1">
                <a:alpha val="6000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185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55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23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8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63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2520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729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61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567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7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68059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0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68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5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8478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0994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975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3118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225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6296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42275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746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74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25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3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0D90A30-D6FA-49F8-ABD8-1AE8929530D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508CDC1-9BBE-439C-A7CE-A0437CB0B26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6864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ktm-rc8-hd-bikes-motorcycles-bikes-and-motorcycles-wallpaper-mtnko/download/1920x1080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3205-576E-3955-5722-E4449792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598" y="0"/>
            <a:ext cx="9124335" cy="2843784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Algerian" panose="04020705040A02060702" pitchFamily="82" charset="0"/>
              </a:rPr>
              <a:t>BIKE  SHARING  DEMAND                              </a:t>
            </a:r>
            <a:r>
              <a:rPr lang="en-IN" b="1" u="sng" dirty="0" err="1">
                <a:latin typeface="Algerian" panose="04020705040A02060702" pitchFamily="82" charset="0"/>
              </a:rPr>
              <a:t>aNAlysis</a:t>
            </a:r>
            <a:r>
              <a:rPr lang="en-IN" b="1" u="sng" dirty="0">
                <a:latin typeface="Algerian" panose="04020705040A02060702" pitchFamily="82" charset="0"/>
              </a:rPr>
              <a:t>   </a:t>
            </a:r>
            <a:br>
              <a:rPr lang="en-IN" b="1" u="sng" dirty="0">
                <a:latin typeface="Algerian" panose="04020705040A02060702" pitchFamily="82" charset="0"/>
              </a:rPr>
            </a:br>
            <a:br>
              <a:rPr lang="en-IN" b="1" u="sng" dirty="0">
                <a:latin typeface="Algerian" panose="04020705040A02060702" pitchFamily="82" charset="0"/>
              </a:rPr>
            </a:br>
            <a:r>
              <a:rPr lang="en-IN" sz="2200" b="1" dirty="0">
                <a:solidFill>
                  <a:srgbClr val="92D050"/>
                </a:solidFill>
              </a:rPr>
              <a:t>Understanding the demands of bikes according  weather situation.</a:t>
            </a:r>
            <a:endParaRPr lang="en-IN" sz="1800" b="1" dirty="0">
              <a:solidFill>
                <a:srgbClr val="92D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F8E1E-3D44-B90C-11E7-41366FF4D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3178277"/>
          </a:xfrm>
        </p:spPr>
        <p:txBody>
          <a:bodyPr>
            <a:normAutofit/>
          </a:bodyPr>
          <a:lstStyle/>
          <a:p>
            <a:r>
              <a:rPr lang="en-IN" sz="4000" b="1" i="1" u="sng" dirty="0">
                <a:solidFill>
                  <a:schemeClr val="tx1">
                    <a:lumMod val="85000"/>
                  </a:schemeClr>
                </a:solidFill>
              </a:rPr>
              <a:t>NEXTHIKES IT SOLUTIONS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                                         </a:t>
            </a:r>
            <a:r>
              <a:rPr lang="en-IN" sz="2000" b="1" dirty="0">
                <a:solidFill>
                  <a:srgbClr val="FFC000"/>
                </a:solidFill>
              </a:rPr>
              <a:t>Submitted By: </a:t>
            </a:r>
            <a:r>
              <a:rPr lang="en-IN" sz="2000" dirty="0">
                <a:solidFill>
                  <a:schemeClr val="tx1"/>
                </a:solidFill>
              </a:rPr>
              <a:t>ADYL IMAM</a:t>
            </a:r>
          </a:p>
        </p:txBody>
      </p:sp>
      <p:pic>
        <p:nvPicPr>
          <p:cNvPr id="5" name="Picture 4" descr="The image showcases a sleek, orange-colored Kawasaki motorcycle speeding down a scenic mountain road.">
            <a:extLst>
              <a:ext uri="{FF2B5EF4-FFF2-40B4-BE49-F238E27FC236}">
                <a16:creationId xmlns:a16="http://schemas.microsoft.com/office/drawing/2014/main" id="{5C2F4B28-A2FD-2235-57B2-96992C81D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952744"/>
            <a:ext cx="1431598" cy="905255"/>
          </a:xfrm>
          <a:prstGeom prst="rect">
            <a:avLst/>
          </a:prstGeom>
        </p:spPr>
      </p:pic>
      <p:pic>
        <p:nvPicPr>
          <p:cNvPr id="7" name="Picture 6" descr="The image showcases a sleek, orange-colored Kawasaki motorcycle speeding down a scenic mountain road.">
            <a:extLst>
              <a:ext uri="{FF2B5EF4-FFF2-40B4-BE49-F238E27FC236}">
                <a16:creationId xmlns:a16="http://schemas.microsoft.com/office/drawing/2014/main" id="{27EAEDE7-3CB3-E30B-C6C7-57FF2FDA1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63656" y="0"/>
            <a:ext cx="1228344" cy="84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7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49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ABC6C4-A683-E6B1-E3B8-49159A6A13D9}"/>
              </a:ext>
            </a:extLst>
          </p:cNvPr>
          <p:cNvSpPr txBox="1"/>
          <p:nvPr/>
        </p:nvSpPr>
        <p:spPr>
          <a:xfrm>
            <a:off x="905256" y="-73152"/>
            <a:ext cx="10954512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FF0000"/>
                </a:solidFill>
              </a:rPr>
              <a:t>             </a:t>
            </a:r>
            <a:r>
              <a:rPr lang="en-IN" sz="5400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Overview</a:t>
            </a:r>
          </a:p>
          <a:p>
            <a:endParaRPr lang="en-IN" sz="3200" dirty="0"/>
          </a:p>
          <a:p>
            <a:pPr marL="514350" indent="-514350">
              <a:buAutoNum type="arabicPeriod"/>
            </a:pPr>
            <a:r>
              <a:rPr lang="en-IN" sz="3200" dirty="0"/>
              <a:t>Riders Comparison</a:t>
            </a:r>
          </a:p>
          <a:p>
            <a:r>
              <a:rPr lang="en-IN" sz="3200" dirty="0"/>
              <a:t>     </a:t>
            </a:r>
            <a:r>
              <a:rPr lang="en-IN" sz="2000" dirty="0">
                <a:solidFill>
                  <a:srgbClr val="00B050"/>
                </a:solidFill>
              </a:rPr>
              <a:t>Deviation between casual riders &amp; registered riders.</a:t>
            </a:r>
          </a:p>
          <a:p>
            <a:endParaRPr lang="en-IN" sz="2000" dirty="0">
              <a:solidFill>
                <a:srgbClr val="00B050"/>
              </a:solidFill>
            </a:endParaRPr>
          </a:p>
          <a:p>
            <a:r>
              <a:rPr lang="en-IN" sz="3200" dirty="0"/>
              <a:t>2. Time Analysis of Riders</a:t>
            </a:r>
          </a:p>
          <a:p>
            <a:r>
              <a:rPr lang="en-IN" sz="2000" dirty="0"/>
              <a:t>        </a:t>
            </a:r>
            <a:r>
              <a:rPr lang="en-IN" sz="2000" dirty="0">
                <a:solidFill>
                  <a:srgbClr val="00B050"/>
                </a:solidFill>
              </a:rPr>
              <a:t>Comparison between weekday and weekends, &amp; particular time of  in a day.</a:t>
            </a:r>
          </a:p>
          <a:p>
            <a:endParaRPr lang="en-IN" sz="2000" dirty="0">
              <a:solidFill>
                <a:srgbClr val="00B050"/>
              </a:solidFill>
            </a:endParaRPr>
          </a:p>
          <a:p>
            <a:r>
              <a:rPr lang="en-IN" sz="3200" dirty="0"/>
              <a:t>3. Affecting Factors</a:t>
            </a:r>
          </a:p>
          <a:p>
            <a:r>
              <a:rPr lang="en-IN" sz="3200" dirty="0"/>
              <a:t>     </a:t>
            </a:r>
            <a:r>
              <a:rPr lang="en-IN" sz="2000" dirty="0">
                <a:solidFill>
                  <a:srgbClr val="00B050"/>
                </a:solidFill>
              </a:rPr>
              <a:t>Weather forecasting &amp; Temperature bands.</a:t>
            </a:r>
          </a:p>
          <a:p>
            <a:endParaRPr lang="en-IN" sz="2000" dirty="0">
              <a:solidFill>
                <a:srgbClr val="00B050"/>
              </a:solidFill>
            </a:endParaRPr>
          </a:p>
          <a:p>
            <a:pPr marL="514350" indent="-514350">
              <a:buAutoNum type="arabicPeriod" startAt="4"/>
            </a:pPr>
            <a:r>
              <a:rPr lang="en-IN" sz="3200" dirty="0"/>
              <a:t>Demand Scenarios</a:t>
            </a:r>
          </a:p>
          <a:p>
            <a:r>
              <a:rPr lang="en-IN" sz="3200" dirty="0"/>
              <a:t>     </a:t>
            </a:r>
            <a:r>
              <a:rPr lang="en-IN" sz="2000" dirty="0">
                <a:solidFill>
                  <a:srgbClr val="00B050"/>
                </a:solidFill>
              </a:rPr>
              <a:t>Trend direction within 45 days.</a:t>
            </a:r>
          </a:p>
          <a:p>
            <a:pPr marL="514350" indent="-514350">
              <a:buAutoNum type="arabicPeriod" startAt="4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30195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25B0F-7095-1FE7-1297-705F6EA0F815}"/>
              </a:ext>
            </a:extLst>
          </p:cNvPr>
          <p:cNvSpPr txBox="1"/>
          <p:nvPr/>
        </p:nvSpPr>
        <p:spPr>
          <a:xfrm>
            <a:off x="749808" y="192024"/>
            <a:ext cx="31918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2">
                    <a:lumMod val="50000"/>
                  </a:schemeClr>
                </a:solidFill>
              </a:rPr>
              <a:t>                            </a:t>
            </a:r>
            <a:endParaRPr lang="en-IN" sz="4800" b="1" u="sng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4800" b="1" u="sng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977D6D-CA37-40E2-DFC0-D4565400A62E}"/>
              </a:ext>
            </a:extLst>
          </p:cNvPr>
          <p:cNvSpPr/>
          <p:nvPr/>
        </p:nvSpPr>
        <p:spPr>
          <a:xfrm>
            <a:off x="676656" y="1316736"/>
            <a:ext cx="2450592" cy="1984248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FF00"/>
                </a:solidFill>
              </a:rPr>
              <a:t>1000</a:t>
            </a:r>
          </a:p>
          <a:p>
            <a:pPr algn="ctr"/>
            <a:r>
              <a:rPr lang="en-IN" sz="2800" dirty="0">
                <a:solidFill>
                  <a:srgbClr val="FFFF00"/>
                </a:solidFill>
              </a:rPr>
              <a:t>Riders Records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07F874-A054-040F-BF33-CDFBDD85A1F0}"/>
              </a:ext>
            </a:extLst>
          </p:cNvPr>
          <p:cNvSpPr/>
          <p:nvPr/>
        </p:nvSpPr>
        <p:spPr>
          <a:xfrm>
            <a:off x="3645408" y="1316735"/>
            <a:ext cx="2450592" cy="1984248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FF00"/>
                </a:solidFill>
              </a:rPr>
              <a:t>45</a:t>
            </a:r>
          </a:p>
          <a:p>
            <a:pPr algn="ctr"/>
            <a:r>
              <a:rPr lang="en-IN" sz="2800" dirty="0">
                <a:solidFill>
                  <a:srgbClr val="FFFF00"/>
                </a:solidFill>
              </a:rPr>
              <a:t>Calendar Days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93C886-7878-1D7C-FB1F-6D170815F991}"/>
              </a:ext>
            </a:extLst>
          </p:cNvPr>
          <p:cNvSpPr/>
          <p:nvPr/>
        </p:nvSpPr>
        <p:spPr>
          <a:xfrm>
            <a:off x="6541008" y="1316735"/>
            <a:ext cx="2450592" cy="1984248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FF00"/>
                </a:solidFill>
              </a:rPr>
              <a:t>23</a:t>
            </a:r>
          </a:p>
          <a:p>
            <a:pPr algn="ctr"/>
            <a:r>
              <a:rPr lang="en-IN" sz="2800" dirty="0">
                <a:solidFill>
                  <a:srgbClr val="FFFF00"/>
                </a:solidFill>
              </a:rPr>
              <a:t>Riders Records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B67006-C29C-B9E5-5382-937F4F597F1C}"/>
              </a:ext>
            </a:extLst>
          </p:cNvPr>
          <p:cNvSpPr/>
          <p:nvPr/>
        </p:nvSpPr>
        <p:spPr>
          <a:xfrm>
            <a:off x="9378696" y="1316736"/>
            <a:ext cx="2450592" cy="1984248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pPr algn="ctr"/>
            <a:r>
              <a:rPr lang="en-IN" sz="2400" dirty="0">
                <a:solidFill>
                  <a:srgbClr val="FFFF00"/>
                </a:solidFill>
              </a:rPr>
              <a:t>Source Files Merged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01885-0465-233E-CD05-9F36CAC8C88D}"/>
              </a:ext>
            </a:extLst>
          </p:cNvPr>
          <p:cNvSpPr txBox="1"/>
          <p:nvPr/>
        </p:nvSpPr>
        <p:spPr>
          <a:xfrm>
            <a:off x="1021022" y="3557017"/>
            <a:ext cx="976094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Covering From</a:t>
            </a:r>
            <a:r>
              <a:rPr lang="en-IN" sz="3200" dirty="0"/>
              <a:t>: </a:t>
            </a:r>
            <a:r>
              <a:rPr lang="en-IN" sz="3200" dirty="0">
                <a:solidFill>
                  <a:schemeClr val="tx2"/>
                </a:solidFill>
                <a:latin typeface="Algerian" panose="04020705040A02060702" pitchFamily="82" charset="0"/>
              </a:rPr>
              <a:t>01/01/2011 – 14/02/2011</a:t>
            </a:r>
          </a:p>
          <a:p>
            <a:endParaRPr lang="en-IN" sz="3200" dirty="0">
              <a:latin typeface="Algerian" panose="04020705040A02060702" pitchFamily="82" charset="0"/>
            </a:endParaRPr>
          </a:p>
          <a:p>
            <a:r>
              <a:rPr lang="en-IN" sz="2000" dirty="0"/>
              <a:t>Main detection captured Per Hours </a:t>
            </a:r>
            <a:r>
              <a:rPr lang="en-IN" sz="2000" dirty="0" err="1"/>
              <a:t>demans</a:t>
            </a:r>
            <a:r>
              <a:rPr lang="en-IN" sz="2000" dirty="0"/>
              <a:t> and Weather </a:t>
            </a:r>
            <a:r>
              <a:rPr lang="en-IN" sz="2000" dirty="0" err="1"/>
              <a:t>Forcasting</a:t>
            </a:r>
            <a:r>
              <a:rPr lang="en-IN" sz="2000" dirty="0"/>
              <a:t>: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Date &amp; Hour- Season, Weather Condition, Humidity, Windspeed- Casual Vs Registered as well as </a:t>
            </a:r>
          </a:p>
          <a:p>
            <a:r>
              <a:rPr lang="en-IN" dirty="0">
                <a:solidFill>
                  <a:srgbClr val="00B050"/>
                </a:solidFill>
              </a:rPr>
              <a:t>Total number of bookings- Within Weekdays &amp; Weekdays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B52594-7ED1-7B5C-0A91-53D4EB4463A8}"/>
              </a:ext>
            </a:extLst>
          </p:cNvPr>
          <p:cNvSpPr txBox="1"/>
          <p:nvPr/>
        </p:nvSpPr>
        <p:spPr>
          <a:xfrm>
            <a:off x="3645408" y="0"/>
            <a:ext cx="6017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u="sng" dirty="0">
                <a:solidFill>
                  <a:schemeClr val="tx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Dataset  History</a:t>
            </a:r>
            <a:endParaRPr lang="en-IN" b="1" dirty="0">
              <a:solidFill>
                <a:schemeClr val="tx2">
                  <a:lumMod val="9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18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7148A1-BCC8-4DE5-F67D-244B5587AEAE}"/>
              </a:ext>
            </a:extLst>
          </p:cNvPr>
          <p:cNvSpPr txBox="1"/>
          <p:nvPr/>
        </p:nvSpPr>
        <p:spPr>
          <a:xfrm>
            <a:off x="1033271" y="192025"/>
            <a:ext cx="5128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RIDER DIFFERENTIATION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D221A-334A-6065-32B0-73E77C84F166}"/>
              </a:ext>
            </a:extLst>
          </p:cNvPr>
          <p:cNvSpPr txBox="1"/>
          <p:nvPr/>
        </p:nvSpPr>
        <p:spPr>
          <a:xfrm>
            <a:off x="967993" y="967478"/>
            <a:ext cx="512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Comparison between Casual &amp; Registered Riders.</a:t>
            </a:r>
          </a:p>
        </p:txBody>
      </p:sp>
      <p:pic>
        <p:nvPicPr>
          <p:cNvPr id="5" name="Graphic 4" descr="Star with solid fill">
            <a:extLst>
              <a:ext uri="{FF2B5EF4-FFF2-40B4-BE49-F238E27FC236}">
                <a16:creationId xmlns:a16="http://schemas.microsoft.com/office/drawing/2014/main" id="{A8E0F58E-BC5B-C529-A91D-BADD760D6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36" y="128016"/>
            <a:ext cx="630936" cy="6309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552BF0-58B3-FB11-5A61-DAFC97648099}"/>
              </a:ext>
            </a:extLst>
          </p:cNvPr>
          <p:cNvSpPr/>
          <p:nvPr/>
        </p:nvSpPr>
        <p:spPr>
          <a:xfrm>
            <a:off x="1033271" y="1650598"/>
            <a:ext cx="2404873" cy="1120034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Casual Riders</a:t>
            </a: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4,921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40EEA3-6931-5F4D-8745-C0EE5ECF6EAF}"/>
              </a:ext>
            </a:extLst>
          </p:cNvPr>
          <p:cNvSpPr/>
          <p:nvPr/>
        </p:nvSpPr>
        <p:spPr>
          <a:xfrm>
            <a:off x="4463795" y="1650598"/>
            <a:ext cx="2404873" cy="1120034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Registered Riders</a:t>
            </a: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53,383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7762A9-6C5C-CDDA-7CC9-9A6FFBF75D85}"/>
              </a:ext>
            </a:extLst>
          </p:cNvPr>
          <p:cNvSpPr/>
          <p:nvPr/>
        </p:nvSpPr>
        <p:spPr>
          <a:xfrm>
            <a:off x="7894319" y="1726798"/>
            <a:ext cx="2404873" cy="1120034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Registered Shares</a:t>
            </a: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91.6%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9175B-0DD8-1C4B-C685-4A52DF609247}"/>
              </a:ext>
            </a:extLst>
          </p:cNvPr>
          <p:cNvSpPr txBox="1"/>
          <p:nvPr/>
        </p:nvSpPr>
        <p:spPr>
          <a:xfrm>
            <a:off x="967993" y="3718037"/>
            <a:ext cx="220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Shares of total rides: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DBD4E6-EFCD-4AF8-7BCD-CFA11D2B848B}"/>
              </a:ext>
            </a:extLst>
          </p:cNvPr>
          <p:cNvSpPr/>
          <p:nvPr/>
        </p:nvSpPr>
        <p:spPr>
          <a:xfrm>
            <a:off x="1069846" y="4523232"/>
            <a:ext cx="9528049" cy="8321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6A014C-5F04-5E91-118C-E86EBF5B621B}"/>
              </a:ext>
            </a:extLst>
          </p:cNvPr>
          <p:cNvSpPr/>
          <p:nvPr/>
        </p:nvSpPr>
        <p:spPr>
          <a:xfrm>
            <a:off x="1033272" y="4523232"/>
            <a:ext cx="8113586" cy="832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9D615-CC30-88F0-1E0E-6B0CAE61E2B9}"/>
              </a:ext>
            </a:extLst>
          </p:cNvPr>
          <p:cNvSpPr txBox="1"/>
          <p:nvPr/>
        </p:nvSpPr>
        <p:spPr>
          <a:xfrm>
            <a:off x="3597274" y="4754618"/>
            <a:ext cx="19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Registered </a:t>
            </a:r>
            <a:r>
              <a:rPr lang="en-IN" b="1" dirty="0"/>
              <a:t>91.6%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E3B5F-DDBC-B8D5-E45A-9AE628CCF2E6}"/>
              </a:ext>
            </a:extLst>
          </p:cNvPr>
          <p:cNvSpPr txBox="1"/>
          <p:nvPr/>
        </p:nvSpPr>
        <p:spPr>
          <a:xfrm>
            <a:off x="9146857" y="481888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Casual </a:t>
            </a:r>
            <a:r>
              <a:rPr lang="en-IN" b="1" dirty="0">
                <a:solidFill>
                  <a:schemeClr val="bg2"/>
                </a:solidFill>
              </a:rPr>
              <a:t>8.4%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DB3688-7FAD-6080-1B9E-D578AB455118}"/>
              </a:ext>
            </a:extLst>
          </p:cNvPr>
          <p:cNvSpPr txBox="1"/>
          <p:nvPr/>
        </p:nvSpPr>
        <p:spPr>
          <a:xfrm>
            <a:off x="967993" y="5957054"/>
            <a:ext cx="1121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Interpretation: Recorded ride volume is dominated by registered riders. Analyse casual ride behaviour separately</a:t>
            </a:r>
          </a:p>
          <a:p>
            <a:r>
              <a:rPr lang="en-IN" dirty="0"/>
              <a:t>to identify opportunities to increase repeat usage. </a:t>
            </a:r>
          </a:p>
        </p:txBody>
      </p:sp>
    </p:spTree>
    <p:extLst>
      <p:ext uri="{BB962C8B-B14F-4D97-AF65-F5344CB8AC3E}">
        <p14:creationId xmlns:p14="http://schemas.microsoft.com/office/powerpoint/2010/main" val="3599160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447D172-4121-4A55-B74A-D3E95FFF6A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5524411"/>
              </p:ext>
            </p:extLst>
          </p:nvPr>
        </p:nvGraphicFramePr>
        <p:xfrm>
          <a:off x="219456" y="704850"/>
          <a:ext cx="11515344" cy="4771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60C431-196A-EEBB-38FB-04ED2C0546BA}"/>
              </a:ext>
            </a:extLst>
          </p:cNvPr>
          <p:cNvSpPr txBox="1"/>
          <p:nvPr/>
        </p:nvSpPr>
        <p:spPr>
          <a:xfrm>
            <a:off x="676656" y="181630"/>
            <a:ext cx="7573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</a:t>
            </a:r>
            <a:r>
              <a:rPr lang="en-IN" sz="2800" b="1" dirty="0"/>
              <a:t>Day to day time Analysis</a:t>
            </a:r>
            <a:r>
              <a:rPr lang="en-IN" dirty="0"/>
              <a:t>: Casual riders Vs Registered riders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8461348-FA54-02C9-5F45-8307B5EA994E}"/>
              </a:ext>
            </a:extLst>
          </p:cNvPr>
          <p:cNvSpPr/>
          <p:nvPr/>
        </p:nvSpPr>
        <p:spPr>
          <a:xfrm>
            <a:off x="795528" y="5568696"/>
            <a:ext cx="10579608" cy="1107674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dirty="0"/>
              <a:t>  </a:t>
            </a:r>
            <a:r>
              <a:rPr lang="en-IN" dirty="0">
                <a:solidFill>
                  <a:schemeClr val="tx1"/>
                </a:solidFill>
              </a:rPr>
              <a:t>Registered riders stay consistently high from Monday through Friday, Peaking on FRIDAY(8543) while Casual riders reaches its peaks on SATURDAY(1225) &amp; SUNDAY(1477)</a:t>
            </a:r>
          </a:p>
        </p:txBody>
      </p:sp>
    </p:spTree>
    <p:extLst>
      <p:ext uri="{BB962C8B-B14F-4D97-AF65-F5344CB8AC3E}">
        <p14:creationId xmlns:p14="http://schemas.microsoft.com/office/powerpoint/2010/main" val="429336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1C291CF-8CFB-48AE-84CD-CB7725AD78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3053180"/>
              </p:ext>
            </p:extLst>
          </p:nvPr>
        </p:nvGraphicFramePr>
        <p:xfrm>
          <a:off x="603504" y="713232"/>
          <a:ext cx="7196328" cy="5312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150B9007-DDFD-3694-FEC5-3E418C015309}"/>
              </a:ext>
            </a:extLst>
          </p:cNvPr>
          <p:cNvSpPr/>
          <p:nvPr/>
        </p:nvSpPr>
        <p:spPr>
          <a:xfrm>
            <a:off x="8174736" y="713232"/>
            <a:ext cx="3913632" cy="5486400"/>
          </a:xfrm>
          <a:prstGeom prst="verticalScroll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Primary Peak: Late afternoon/Early evening around 5</a:t>
            </a:r>
            <a:r>
              <a:rPr lang="en-IN" dirty="0">
                <a:sym typeface="Wingdings" panose="05000000000000000000" pitchFamily="2" charset="2"/>
              </a:rPr>
              <a:t>:00</a:t>
            </a:r>
            <a:r>
              <a:rPr lang="en-IN" dirty="0"/>
              <a:t> P.M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Secondary Peak: Early morning around 8</a:t>
            </a:r>
            <a:r>
              <a:rPr lang="en-IN" dirty="0">
                <a:sym typeface="Wingdings" panose="05000000000000000000" pitchFamily="2" charset="2"/>
              </a:rPr>
              <a:t>:00 A.M</a:t>
            </a:r>
          </a:p>
          <a:p>
            <a:pPr algn="ctr"/>
            <a:endParaRPr lang="en-IN" dirty="0">
              <a:sym typeface="Wingdings" panose="05000000000000000000" pitchFamily="2" charset="2"/>
            </a:endParaRPr>
          </a:p>
          <a:p>
            <a:pPr algn="ctr"/>
            <a:endParaRPr lang="en-IN" dirty="0">
              <a:sym typeface="Wingdings" panose="05000000000000000000" pitchFamily="2" charset="2"/>
            </a:endParaRPr>
          </a:p>
          <a:p>
            <a:pPr algn="ctr"/>
            <a:r>
              <a:rPr lang="en-IN" dirty="0">
                <a:sym typeface="Wingdings" panose="05000000000000000000" pitchFamily="2" charset="2"/>
              </a:rPr>
              <a:t>Dead Zone: Late night/early morning around 3:00 A.M to 4:00 A.M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163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BB48025-9A66-4352-BFFC-81D8B320BB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700694"/>
              </p:ext>
            </p:extLst>
          </p:nvPr>
        </p:nvGraphicFramePr>
        <p:xfrm>
          <a:off x="640080" y="850392"/>
          <a:ext cx="7101839" cy="5652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B4EEF78-18BF-BB32-A102-A3BD60D21DDB}"/>
              </a:ext>
            </a:extLst>
          </p:cNvPr>
          <p:cNvSpPr txBox="1"/>
          <p:nvPr/>
        </p:nvSpPr>
        <p:spPr>
          <a:xfrm>
            <a:off x="3007360" y="294639"/>
            <a:ext cx="463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 Vs Humidity Analysis</a:t>
            </a:r>
            <a:r>
              <a:rPr lang="en-IN" b="1" dirty="0"/>
              <a:t>:</a:t>
            </a: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9508B9FB-3EC4-09A7-EE17-15E0F9654FAE}"/>
              </a:ext>
            </a:extLst>
          </p:cNvPr>
          <p:cNvSpPr/>
          <p:nvPr/>
        </p:nvSpPr>
        <p:spPr>
          <a:xfrm>
            <a:off x="7945120" y="756304"/>
            <a:ext cx="4064000" cy="5746095"/>
          </a:xfrm>
          <a:prstGeom prst="flowChartOffpageConnector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85000"/>
                  </a:schemeClr>
                </a:solidFill>
              </a:rPr>
              <a:t>Stable Weekly Profile: Daily humidity shows minimal variation across the week, remaining tightly bound between 12% and 17%.</a:t>
            </a:r>
          </a:p>
          <a:p>
            <a:pPr algn="ctr"/>
            <a:endParaRPr lang="en-IN" dirty="0">
              <a:solidFill>
                <a:schemeClr val="tx1">
                  <a:lumMod val="85000"/>
                </a:schemeClr>
              </a:solidFill>
            </a:endParaRPr>
          </a:p>
          <a:p>
            <a:pPr algn="ctr"/>
            <a:endParaRPr lang="en-IN" dirty="0">
              <a:solidFill>
                <a:schemeClr val="tx1">
                  <a:lumMod val="8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tx1">
                    <a:lumMod val="85000"/>
                  </a:schemeClr>
                </a:solidFill>
              </a:rPr>
              <a:t>Marginal Weekend Peak: Saturday (17%) &amp; Sunday (16%) reflect slightly higher readings compared to Weekdays, which is average around 13%-15%</a:t>
            </a:r>
          </a:p>
        </p:txBody>
      </p:sp>
    </p:spTree>
    <p:extLst>
      <p:ext uri="{BB962C8B-B14F-4D97-AF65-F5344CB8AC3E}">
        <p14:creationId xmlns:p14="http://schemas.microsoft.com/office/powerpoint/2010/main" val="273948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8202CD9-C7F0-4D7A-BA33-45BFD303C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413793"/>
              </p:ext>
            </p:extLst>
          </p:nvPr>
        </p:nvGraphicFramePr>
        <p:xfrm>
          <a:off x="680720" y="782320"/>
          <a:ext cx="7924800" cy="591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D2F3B93-92D1-53FE-EDB3-9F46CCAB7013}"/>
              </a:ext>
            </a:extLst>
          </p:cNvPr>
          <p:cNvSpPr txBox="1"/>
          <p:nvPr/>
        </p:nvSpPr>
        <p:spPr>
          <a:xfrm>
            <a:off x="589280" y="162561"/>
            <a:ext cx="8554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Weather Impact: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182321-D92B-C7EF-52E5-96F40C801ED1}"/>
              </a:ext>
            </a:extLst>
          </p:cNvPr>
          <p:cNvSpPr/>
          <p:nvPr/>
        </p:nvSpPr>
        <p:spPr>
          <a:xfrm>
            <a:off x="8605520" y="1227108"/>
            <a:ext cx="2733040" cy="231647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Sunny: Condition drive peak bike sharing demands reaching nearly 38,000-39,000 rides.</a:t>
            </a:r>
          </a:p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3A616A-C633-DBD6-09A4-B3E96A5ED43E}"/>
              </a:ext>
            </a:extLst>
          </p:cNvPr>
          <p:cNvSpPr/>
          <p:nvPr/>
        </p:nvSpPr>
        <p:spPr>
          <a:xfrm>
            <a:off x="8696960" y="4023360"/>
            <a:ext cx="2733040" cy="231647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Near-Total Halt in severe Weather; Thunderstorm condition see minimal activity close to 0 riders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206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E5EE55E-E74A-4E7F-B5A5-74B3A61C41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358712"/>
              </p:ext>
            </p:extLst>
          </p:nvPr>
        </p:nvGraphicFramePr>
        <p:xfrm>
          <a:off x="0" y="0"/>
          <a:ext cx="12192000" cy="522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8A256884-8613-1B0F-0726-18E7CDDF8185}"/>
              </a:ext>
            </a:extLst>
          </p:cNvPr>
          <p:cNvSpPr/>
          <p:nvPr/>
        </p:nvSpPr>
        <p:spPr>
          <a:xfrm>
            <a:off x="172720" y="5283200"/>
            <a:ext cx="11927840" cy="1391920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 steady upward trend line runs across the scenarios from 10 towards 65-70, contrasting against the sharp cyclical swings of the actual demands series.</a:t>
            </a:r>
          </a:p>
        </p:txBody>
      </p:sp>
    </p:spTree>
    <p:extLst>
      <p:ext uri="{BB962C8B-B14F-4D97-AF65-F5344CB8AC3E}">
        <p14:creationId xmlns:p14="http://schemas.microsoft.com/office/powerpoint/2010/main" val="266401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7AAA6AB-39CA-4B61-BAA3-9424B1F151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5152167"/>
              </p:ext>
            </p:extLst>
          </p:nvPr>
        </p:nvGraphicFramePr>
        <p:xfrm>
          <a:off x="0" y="0"/>
          <a:ext cx="12192000" cy="55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AA8FD49A-E2C6-B778-154A-234498CA1D66}"/>
              </a:ext>
            </a:extLst>
          </p:cNvPr>
          <p:cNvSpPr/>
          <p:nvPr/>
        </p:nvSpPr>
        <p:spPr>
          <a:xfrm>
            <a:off x="254000" y="5537200"/>
            <a:ext cx="11938000" cy="12395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Temperature Anomaly Tracking: Assesses deviation in ambient temperature and their direct impact on bike ridership. Baseline Demand Sensitivity: Identifies threshold temperatures where rider demand spikes or sharply drops in graph.</a:t>
            </a:r>
          </a:p>
        </p:txBody>
      </p:sp>
    </p:spTree>
    <p:extLst>
      <p:ext uri="{BB962C8B-B14F-4D97-AF65-F5344CB8AC3E}">
        <p14:creationId xmlns:p14="http://schemas.microsoft.com/office/powerpoint/2010/main" val="394941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EE1608B-ADD3-CB55-5610-3C53A47F775E}"/>
              </a:ext>
            </a:extLst>
          </p:cNvPr>
          <p:cNvSpPr txBox="1"/>
          <p:nvPr/>
        </p:nvSpPr>
        <p:spPr>
          <a:xfrm>
            <a:off x="843280" y="172720"/>
            <a:ext cx="495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Anomalies Scenarios :</a:t>
            </a:r>
          </a:p>
        </p:txBody>
      </p:sp>
      <p:sp>
        <p:nvSpPr>
          <p:cNvPr id="10" name="Wave 9">
            <a:extLst>
              <a:ext uri="{FF2B5EF4-FFF2-40B4-BE49-F238E27FC236}">
                <a16:creationId xmlns:a16="http://schemas.microsoft.com/office/drawing/2014/main" id="{0532B4B5-1DC9-F18A-1862-38C402267D19}"/>
              </a:ext>
            </a:extLst>
          </p:cNvPr>
          <p:cNvSpPr/>
          <p:nvPr/>
        </p:nvSpPr>
        <p:spPr>
          <a:xfrm>
            <a:off x="629920" y="1513840"/>
            <a:ext cx="2113280" cy="1483360"/>
          </a:xfrm>
          <a:prstGeom prst="wav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Total Anomalies:</a:t>
            </a:r>
          </a:p>
          <a:p>
            <a:pPr algn="ctr"/>
            <a:r>
              <a:rPr lang="en-IN" b="1" dirty="0">
                <a:solidFill>
                  <a:schemeClr val="tx2"/>
                </a:solidFill>
              </a:rPr>
              <a:t>52</a:t>
            </a:r>
          </a:p>
        </p:txBody>
      </p:sp>
      <p:sp>
        <p:nvSpPr>
          <p:cNvPr id="12" name="Wave 11">
            <a:extLst>
              <a:ext uri="{FF2B5EF4-FFF2-40B4-BE49-F238E27FC236}">
                <a16:creationId xmlns:a16="http://schemas.microsoft.com/office/drawing/2014/main" id="{E25EA4C8-2883-5E96-71D8-29ACF66CC161}"/>
              </a:ext>
            </a:extLst>
          </p:cNvPr>
          <p:cNvSpPr/>
          <p:nvPr/>
        </p:nvSpPr>
        <p:spPr>
          <a:xfrm>
            <a:off x="629920" y="3753545"/>
            <a:ext cx="2113280" cy="1483360"/>
          </a:xfrm>
          <a:prstGeom prst="wav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Lower Bound:</a:t>
            </a:r>
          </a:p>
          <a:p>
            <a:pPr algn="ctr"/>
            <a:r>
              <a:rPr lang="en-IN" b="1" dirty="0">
                <a:solidFill>
                  <a:schemeClr val="tx2"/>
                </a:solidFill>
              </a:rPr>
              <a:t>0.04</a:t>
            </a:r>
          </a:p>
        </p:txBody>
      </p:sp>
      <p:sp>
        <p:nvSpPr>
          <p:cNvPr id="14" name="Wave 13">
            <a:extLst>
              <a:ext uri="{FF2B5EF4-FFF2-40B4-BE49-F238E27FC236}">
                <a16:creationId xmlns:a16="http://schemas.microsoft.com/office/drawing/2014/main" id="{C3BC3F83-28ED-C2AF-1C70-607A2DF87048}"/>
              </a:ext>
            </a:extLst>
          </p:cNvPr>
          <p:cNvSpPr/>
          <p:nvPr/>
        </p:nvSpPr>
        <p:spPr>
          <a:xfrm>
            <a:off x="5913120" y="1554480"/>
            <a:ext cx="2113280" cy="1483360"/>
          </a:xfrm>
          <a:prstGeom prst="wav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Anomaly Percentage:</a:t>
            </a:r>
          </a:p>
          <a:p>
            <a:pPr algn="ctr"/>
            <a:r>
              <a:rPr lang="en-IN" b="1" dirty="0">
                <a:solidFill>
                  <a:schemeClr val="tx2"/>
                </a:solidFill>
              </a:rPr>
              <a:t>5.2%</a:t>
            </a:r>
          </a:p>
        </p:txBody>
      </p:sp>
      <p:sp>
        <p:nvSpPr>
          <p:cNvPr id="16" name="Wave 15">
            <a:extLst>
              <a:ext uri="{FF2B5EF4-FFF2-40B4-BE49-F238E27FC236}">
                <a16:creationId xmlns:a16="http://schemas.microsoft.com/office/drawing/2014/main" id="{8F0770F2-1949-DDF0-1029-1252B72024A5}"/>
              </a:ext>
            </a:extLst>
          </p:cNvPr>
          <p:cNvSpPr/>
          <p:nvPr/>
        </p:nvSpPr>
        <p:spPr>
          <a:xfrm>
            <a:off x="3230880" y="1554480"/>
            <a:ext cx="2113280" cy="1483360"/>
          </a:xfrm>
          <a:prstGeom prst="wav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Total Number Of Observation:</a:t>
            </a:r>
          </a:p>
          <a:p>
            <a:pPr algn="ctr"/>
            <a:r>
              <a:rPr lang="en-IN" b="1" dirty="0">
                <a:solidFill>
                  <a:schemeClr val="tx2"/>
                </a:solidFill>
              </a:rPr>
              <a:t>1000</a:t>
            </a:r>
          </a:p>
        </p:txBody>
      </p:sp>
      <p:sp>
        <p:nvSpPr>
          <p:cNvPr id="18" name="Wave 17">
            <a:extLst>
              <a:ext uri="{FF2B5EF4-FFF2-40B4-BE49-F238E27FC236}">
                <a16:creationId xmlns:a16="http://schemas.microsoft.com/office/drawing/2014/main" id="{A7373FBC-DE4B-A9AC-1CF8-38AFE5684011}"/>
              </a:ext>
            </a:extLst>
          </p:cNvPr>
          <p:cNvSpPr/>
          <p:nvPr/>
        </p:nvSpPr>
        <p:spPr>
          <a:xfrm>
            <a:off x="6096000" y="3753545"/>
            <a:ext cx="2113280" cy="1483360"/>
          </a:xfrm>
          <a:prstGeom prst="wav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Anomaly Condition:</a:t>
            </a:r>
          </a:p>
          <a:p>
            <a:pPr algn="ctr"/>
            <a:r>
              <a:rPr lang="en-IN" b="1" dirty="0">
                <a:solidFill>
                  <a:schemeClr val="tx2"/>
                </a:solidFill>
              </a:rPr>
              <a:t>Normal</a:t>
            </a:r>
          </a:p>
        </p:txBody>
      </p:sp>
      <p:sp>
        <p:nvSpPr>
          <p:cNvPr id="20" name="Wave 19">
            <a:extLst>
              <a:ext uri="{FF2B5EF4-FFF2-40B4-BE49-F238E27FC236}">
                <a16:creationId xmlns:a16="http://schemas.microsoft.com/office/drawing/2014/main" id="{F5661CB7-4599-BA08-B096-7F1985CDBE6E}"/>
              </a:ext>
            </a:extLst>
          </p:cNvPr>
          <p:cNvSpPr/>
          <p:nvPr/>
        </p:nvSpPr>
        <p:spPr>
          <a:xfrm>
            <a:off x="3230880" y="3753545"/>
            <a:ext cx="2113280" cy="1483360"/>
          </a:xfrm>
          <a:prstGeom prst="wav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Upper Bound:</a:t>
            </a:r>
          </a:p>
          <a:p>
            <a:pPr algn="ctr"/>
            <a:r>
              <a:rPr lang="en-IN" b="1" dirty="0">
                <a:solidFill>
                  <a:schemeClr val="tx2"/>
                </a:solidFill>
              </a:rPr>
              <a:t>0.36</a:t>
            </a:r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143DA595-16AD-2907-91C6-A50984022327}"/>
              </a:ext>
            </a:extLst>
          </p:cNvPr>
          <p:cNvSpPr/>
          <p:nvPr/>
        </p:nvSpPr>
        <p:spPr>
          <a:xfrm>
            <a:off x="8778240" y="757494"/>
            <a:ext cx="2926080" cy="5775386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 of 1000 observation,52 anomalies were detected, representing an anomaly rate of 5.2%. Which is within threshold of 4% to 36%. The system condition remains classified as NORMAL</a:t>
            </a:r>
          </a:p>
        </p:txBody>
      </p:sp>
    </p:spTree>
    <p:extLst>
      <p:ext uri="{BB962C8B-B14F-4D97-AF65-F5344CB8AC3E}">
        <p14:creationId xmlns:p14="http://schemas.microsoft.com/office/powerpoint/2010/main" val="115838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8707490-1D1F-4334-8200-03D9B66B11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6594487"/>
              </p:ext>
            </p:extLst>
          </p:nvPr>
        </p:nvGraphicFramePr>
        <p:xfrm>
          <a:off x="0" y="0"/>
          <a:ext cx="8818880" cy="6786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5AFCC430-9FF8-3F46-4341-DF8B0A856190}"/>
              </a:ext>
            </a:extLst>
          </p:cNvPr>
          <p:cNvSpPr/>
          <p:nvPr/>
        </p:nvSpPr>
        <p:spPr>
          <a:xfrm>
            <a:off x="8818880" y="0"/>
            <a:ext cx="3230880" cy="6675120"/>
          </a:xfrm>
          <a:prstGeom prst="foldedCorner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Dual Commute Peaks:</a:t>
            </a:r>
          </a:p>
          <a:p>
            <a:pPr algn="ctr"/>
            <a:r>
              <a:rPr lang="en-IN" dirty="0"/>
              <a:t>Pronounced spikes at 08:00 AM (~ 125) and 5</a:t>
            </a:r>
            <a:r>
              <a:rPr lang="en-IN" dirty="0">
                <a:sym typeface="Wingdings" panose="05000000000000000000" pitchFamily="2" charset="2"/>
              </a:rPr>
              <a:t>:00-6:00 PM (~140) driven by daily work commuting.</a:t>
            </a:r>
          </a:p>
          <a:p>
            <a:pPr algn="ctr"/>
            <a:endParaRPr lang="en-IN" dirty="0">
              <a:sym typeface="Wingdings" panose="05000000000000000000" pitchFamily="2" charset="2"/>
            </a:endParaRPr>
          </a:p>
          <a:p>
            <a:pPr algn="ctr"/>
            <a:endParaRPr lang="en-IN" dirty="0">
              <a:sym typeface="Wingdings" panose="05000000000000000000" pitchFamily="2" charset="2"/>
            </a:endParaRPr>
          </a:p>
          <a:p>
            <a:pPr algn="ctr"/>
            <a:r>
              <a:rPr lang="en-IN" dirty="0">
                <a:sym typeface="Wingdings" panose="05000000000000000000" pitchFamily="2" charset="2"/>
              </a:rPr>
              <a:t>Midday Baseline: Steady demands of 60-75 rides/hr between 11:00 AM and 4:00 PM.</a:t>
            </a:r>
          </a:p>
          <a:p>
            <a:pPr algn="ctr"/>
            <a:endParaRPr lang="en-IN" dirty="0">
              <a:sym typeface="Wingdings" panose="05000000000000000000" pitchFamily="2" charset="2"/>
            </a:endParaRPr>
          </a:p>
          <a:p>
            <a:pPr algn="ctr"/>
            <a:endParaRPr lang="en-IN" dirty="0">
              <a:sym typeface="Wingdings" panose="05000000000000000000" pitchFamily="2" charset="2"/>
            </a:endParaRPr>
          </a:p>
          <a:p>
            <a:pPr algn="ctr"/>
            <a:r>
              <a:rPr lang="en-IN" dirty="0">
                <a:sym typeface="Wingdings" panose="05000000000000000000" pitchFamily="2" charset="2"/>
              </a:rPr>
              <a:t>Overnight Trough: Minimum activity from 12:00 AM to 5:00 AM (&lt;10 rides/hr), Providing an optimal window for fleet rebalancing and maintenance.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165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B4D497-BAF2-9CE6-D316-2453217522CF}"/>
              </a:ext>
            </a:extLst>
          </p:cNvPr>
          <p:cNvSpPr txBox="1"/>
          <p:nvPr/>
        </p:nvSpPr>
        <p:spPr>
          <a:xfrm>
            <a:off x="274320" y="0"/>
            <a:ext cx="5923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Recommendations: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A414D68-EE71-3304-82E7-BF31C1231CD9}"/>
              </a:ext>
            </a:extLst>
          </p:cNvPr>
          <p:cNvSpPr/>
          <p:nvPr/>
        </p:nvSpPr>
        <p:spPr>
          <a:xfrm>
            <a:off x="406400" y="609600"/>
            <a:ext cx="11511280" cy="14935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Casual rider are very small in compared to registered riders- Target them with attractive subscription offer.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6DE84DF-A998-4F02-58EF-00EE6C0F0DAF}"/>
              </a:ext>
            </a:extLst>
          </p:cNvPr>
          <p:cNvSpPr/>
          <p:nvPr/>
        </p:nvSpPr>
        <p:spPr>
          <a:xfrm>
            <a:off x="406400" y="2166620"/>
            <a:ext cx="11511280" cy="14935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This data is only for 45 days cycle that show upward growth- Estimate &amp; Validate against the full year before committing whole budget.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D406919-08D6-4557-C9A9-7FEF901555FA}"/>
              </a:ext>
            </a:extLst>
          </p:cNvPr>
          <p:cNvSpPr/>
          <p:nvPr/>
        </p:nvSpPr>
        <p:spPr>
          <a:xfrm>
            <a:off x="406400" y="3723641"/>
            <a:ext cx="11511280" cy="14935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Use weather forecasting before bike rides ahead of Sunny weather &amp; avoiding in Thunderstorm &amp; Rainy days.</a:t>
            </a:r>
          </a:p>
        </p:txBody>
      </p:sp>
      <p:sp>
        <p:nvSpPr>
          <p:cNvPr id="14" name="Ribbon: Tilted Down 13">
            <a:extLst>
              <a:ext uri="{FF2B5EF4-FFF2-40B4-BE49-F238E27FC236}">
                <a16:creationId xmlns:a16="http://schemas.microsoft.com/office/drawing/2014/main" id="{362B4D97-887F-6DD5-D80E-93303A543370}"/>
              </a:ext>
            </a:extLst>
          </p:cNvPr>
          <p:cNvSpPr/>
          <p:nvPr/>
        </p:nvSpPr>
        <p:spPr>
          <a:xfrm>
            <a:off x="6593840" y="5557520"/>
            <a:ext cx="4775200" cy="1117600"/>
          </a:xfrm>
          <a:prstGeom prst="ribbon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337190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289</TotalTime>
  <Words>632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Aptos</vt:lpstr>
      <vt:lpstr>Arial</vt:lpstr>
      <vt:lpstr>Arial Nova Light</vt:lpstr>
      <vt:lpstr>Wingdings</vt:lpstr>
      <vt:lpstr>Dark Gradient</vt:lpstr>
      <vt:lpstr>BIKE  SHARING  DEMAND                              aNAlysis     Understanding the demands of bikes according  weather situation.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Adyl Imam</dc:creator>
  <cp:lastModifiedBy>Adyl Imam</cp:lastModifiedBy>
  <cp:revision>1</cp:revision>
  <dcterms:created xsi:type="dcterms:W3CDTF">2026-10-09T19:43:48Z</dcterms:created>
  <dcterms:modified xsi:type="dcterms:W3CDTF">2026-10-10T15:32:25Z</dcterms:modified>
</cp:coreProperties>
</file>